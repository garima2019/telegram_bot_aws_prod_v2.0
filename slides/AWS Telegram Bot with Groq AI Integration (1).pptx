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80" r:id="rId9"/>
    <p:sldId id="281" r:id="rId10"/>
    <p:sldId id="282" r:id="rId11"/>
    <p:sldId id="267" r:id="rId12"/>
    <p:sldId id="271" r:id="rId13"/>
    <p:sldId id="283" r:id="rId14"/>
    <p:sldId id="275" r:id="rId15"/>
    <p:sldId id="276" r:id="rId16"/>
    <p:sldId id="277" r:id="rId17"/>
    <p:sldId id="278" r:id="rId18"/>
  </p:sldIdLst>
  <p:sldSz cx="12192000" cy="6858000"/>
  <p:notesSz cx="6858000" cy="12192000"/>
  <p:embeddedFontLst>
    <p:embeddedFont>
      <p:font typeface="MiSans" panose="020B0604020202020204" charset="-122"/>
      <p:regular r:id="rId20"/>
    </p:embeddedFont>
    <p:embeddedFont>
      <p:font typeface="Hedvig Letters Sans" panose="020B0604020202020204" charset="0"/>
      <p:regular r:id="rId21"/>
    </p:embeddedFont>
    <p:embeddedFont>
      <p:font typeface="Liter" panose="020B0604020202020204" charset="0"/>
      <p:regular r:id="rId22"/>
    </p:embeddedFont>
    <p:embeddedFont>
      <p:font typeface="Quattrocento Sans" panose="020B05020500000200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A265"/>
    <a:srgbClr val="31373F"/>
    <a:srgbClr val="616161"/>
    <a:srgbClr val="21252A"/>
    <a:srgbClr val="242D36"/>
    <a:srgbClr val="212F3E"/>
    <a:srgbClr val="4DB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5097" autoAdjust="0"/>
  </p:normalViewPr>
  <p:slideViewPr>
    <p:cSldViewPr snapToGrid="0" snapToObjects="1">
      <p:cViewPr>
        <p:scale>
          <a:sx n="82" d="100"/>
          <a:sy n="82" d="100"/>
        </p:scale>
        <p:origin x="7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83240" y="0"/>
            <a:ext cx="1508760" cy="9052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terraform-best-practices.com/" TargetMode="External"/><Relationship Id="rId7" Type="http://schemas.openxmlformats.org/officeDocument/2006/relationships/hyperlink" Target="https://core.telegram.org/bot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ws.amazon.com/amazondynamodb/latest/developerguide/best-practices.html" TargetMode="External"/><Relationship Id="rId5" Type="http://schemas.openxmlformats.org/officeDocument/2006/relationships/hyperlink" Target="https://console.groq.com/docs" TargetMode="External"/><Relationship Id="rId4" Type="http://schemas.openxmlformats.org/officeDocument/2006/relationships/hyperlink" Target="https://docs.aws.amazon.com/lambda/latest/dg/best-practices.html" TargetMode="External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5"/>
          <p:cNvSpPr/>
          <p:nvPr/>
        </p:nvSpPr>
        <p:spPr>
          <a:xfrm>
            <a:off x="4096906" y="58351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12F3E"/>
          </a:solidFill>
        </p:spPr>
        <p:txBody>
          <a:bodyPr/>
          <a:lstStyle/>
          <a:p>
            <a:endParaRPr lang="en-IN"/>
          </a:p>
        </p:txBody>
      </p:sp>
      <p:pic>
        <p:nvPicPr>
          <p:cNvPr id="34" name="Image 0" descr="https://kimi-web-img.moonshot.cn/img/thumbs.dreamstime.com/922217e65abc29e315bce1c53ff9fd2b9d8650d8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466725" y="800100"/>
            <a:ext cx="3676650" cy="419100"/>
          </a:xfrm>
          <a:custGeom>
            <a:avLst/>
            <a:gdLst/>
            <a:ahLst/>
            <a:cxnLst/>
            <a:rect l="l" t="t" r="r" b="b"/>
            <a:pathLst>
              <a:path w="3676650" h="419100">
                <a:moveTo>
                  <a:pt x="0" y="0"/>
                </a:moveTo>
                <a:lnTo>
                  <a:pt x="3676650" y="0"/>
                </a:lnTo>
                <a:lnTo>
                  <a:pt x="36766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66725" y="8001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8175" y="876300"/>
            <a:ext cx="3438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MSc CLOUD SOLUTIONS FINAL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97839" y="840509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&amp; Big Data Program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97839" y="1069109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 Feb, 2025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1524000"/>
            <a:ext cx="117729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AWS Telegram Bot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8A265"/>
                </a:solidFill>
                <a:latin typeface="Hedvig Letters Sans" pitchFamily="34" charset="0"/>
              </a:rPr>
              <a:t>With</a:t>
            </a:r>
            <a:r>
              <a:rPr lang="en-US" sz="540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 </a:t>
            </a:r>
            <a:r>
              <a:rPr lang="en-US" sz="5400" b="1" dirty="0">
                <a:solidFill>
                  <a:srgbClr val="C8A26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Groq AI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4324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1000" y="4591050"/>
            <a:ext cx="5151582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 Production-Ready Serverless Solution for Cloud-Native AI Conversations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582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6725" y="5943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80546" y="90636"/>
                </a:moveTo>
                <a:cubicBezTo>
                  <a:pt x="80233" y="100727"/>
                  <a:pt x="85279" y="105236"/>
                  <a:pt x="85412" y="108049"/>
                </a:cubicBezTo>
                <a:cubicBezTo>
                  <a:pt x="85368" y="108630"/>
                  <a:pt x="85145" y="109165"/>
                  <a:pt x="84832" y="109657"/>
                </a:cubicBezTo>
                <a:cubicBezTo>
                  <a:pt x="84519" y="110148"/>
                  <a:pt x="84073" y="110550"/>
                  <a:pt x="83582" y="110817"/>
                </a:cubicBezTo>
                <a:lnTo>
                  <a:pt x="77867" y="114836"/>
                </a:lnTo>
                <a:cubicBezTo>
                  <a:pt x="77108" y="115372"/>
                  <a:pt x="76260" y="115639"/>
                  <a:pt x="75367" y="115684"/>
                </a:cubicBezTo>
                <a:cubicBezTo>
                  <a:pt x="75188" y="115684"/>
                  <a:pt x="71705" y="116488"/>
                  <a:pt x="66214" y="104254"/>
                </a:cubicBezTo>
                <a:cubicBezTo>
                  <a:pt x="62865" y="108451"/>
                  <a:pt x="58623" y="111800"/>
                  <a:pt x="53757" y="114077"/>
                </a:cubicBezTo>
                <a:cubicBezTo>
                  <a:pt x="48890" y="116354"/>
                  <a:pt x="43622" y="117515"/>
                  <a:pt x="38264" y="117425"/>
                </a:cubicBezTo>
                <a:cubicBezTo>
                  <a:pt x="30986" y="117827"/>
                  <a:pt x="11296" y="113318"/>
                  <a:pt x="12323" y="92333"/>
                </a:cubicBezTo>
                <a:cubicBezTo>
                  <a:pt x="11609" y="75233"/>
                  <a:pt x="27548" y="64606"/>
                  <a:pt x="43979" y="65544"/>
                </a:cubicBezTo>
                <a:cubicBezTo>
                  <a:pt x="47149" y="65544"/>
                  <a:pt x="53623" y="65723"/>
                  <a:pt x="64963" y="68357"/>
                </a:cubicBezTo>
                <a:lnTo>
                  <a:pt x="64963" y="61392"/>
                </a:lnTo>
                <a:cubicBezTo>
                  <a:pt x="66169" y="49560"/>
                  <a:pt x="58400" y="40407"/>
                  <a:pt x="44961" y="41791"/>
                </a:cubicBezTo>
                <a:cubicBezTo>
                  <a:pt x="43889" y="41791"/>
                  <a:pt x="36299" y="41568"/>
                  <a:pt x="24512" y="46300"/>
                </a:cubicBezTo>
                <a:cubicBezTo>
                  <a:pt x="21208" y="47818"/>
                  <a:pt x="20806" y="47551"/>
                  <a:pt x="19690" y="47551"/>
                </a:cubicBezTo>
                <a:cubicBezTo>
                  <a:pt x="16386" y="47551"/>
                  <a:pt x="17725" y="37951"/>
                  <a:pt x="18395" y="36746"/>
                </a:cubicBezTo>
                <a:cubicBezTo>
                  <a:pt x="20717" y="33888"/>
                  <a:pt x="34424" y="28530"/>
                  <a:pt x="47818" y="28620"/>
                </a:cubicBezTo>
                <a:cubicBezTo>
                  <a:pt x="56793" y="27816"/>
                  <a:pt x="65723" y="30584"/>
                  <a:pt x="72688" y="36344"/>
                </a:cubicBezTo>
                <a:cubicBezTo>
                  <a:pt x="75501" y="39514"/>
                  <a:pt x="77688" y="43220"/>
                  <a:pt x="79028" y="47238"/>
                </a:cubicBezTo>
                <a:cubicBezTo>
                  <a:pt x="80367" y="51256"/>
                  <a:pt x="80903" y="55498"/>
                  <a:pt x="80590" y="59740"/>
                </a:cubicBezTo>
                <a:lnTo>
                  <a:pt x="80590" y="90681"/>
                </a:lnTo>
                <a:close/>
                <a:moveTo>
                  <a:pt x="41970" y="105102"/>
                </a:moveTo>
                <a:cubicBezTo>
                  <a:pt x="56436" y="104879"/>
                  <a:pt x="62597" y="96173"/>
                  <a:pt x="63981" y="91485"/>
                </a:cubicBezTo>
                <a:cubicBezTo>
                  <a:pt x="65097" y="86975"/>
                  <a:pt x="64919" y="84162"/>
                  <a:pt x="64919" y="79251"/>
                </a:cubicBezTo>
                <a:cubicBezTo>
                  <a:pt x="60588" y="78224"/>
                  <a:pt x="54382" y="77063"/>
                  <a:pt x="47238" y="77063"/>
                </a:cubicBezTo>
                <a:cubicBezTo>
                  <a:pt x="40451" y="76572"/>
                  <a:pt x="28129" y="79564"/>
                  <a:pt x="28620" y="91485"/>
                </a:cubicBezTo>
                <a:cubicBezTo>
                  <a:pt x="28084" y="98986"/>
                  <a:pt x="33576" y="105504"/>
                  <a:pt x="42014" y="105102"/>
                </a:cubicBezTo>
                <a:close/>
                <a:moveTo>
                  <a:pt x="118274" y="115416"/>
                </a:moveTo>
                <a:cubicBezTo>
                  <a:pt x="114746" y="115729"/>
                  <a:pt x="113139" y="113228"/>
                  <a:pt x="112603" y="110773"/>
                </a:cubicBezTo>
                <a:lnTo>
                  <a:pt x="90368" y="37237"/>
                </a:lnTo>
                <a:cubicBezTo>
                  <a:pt x="89922" y="35987"/>
                  <a:pt x="89654" y="34736"/>
                  <a:pt x="89520" y="33397"/>
                </a:cubicBezTo>
                <a:cubicBezTo>
                  <a:pt x="89431" y="32861"/>
                  <a:pt x="89565" y="32325"/>
                  <a:pt x="89877" y="31879"/>
                </a:cubicBezTo>
                <a:cubicBezTo>
                  <a:pt x="90190" y="31433"/>
                  <a:pt x="90681" y="31165"/>
                  <a:pt x="91217" y="31075"/>
                </a:cubicBezTo>
                <a:cubicBezTo>
                  <a:pt x="91306" y="31075"/>
                  <a:pt x="90279" y="31075"/>
                  <a:pt x="101129" y="31075"/>
                </a:cubicBezTo>
                <a:cubicBezTo>
                  <a:pt x="105058" y="30673"/>
                  <a:pt x="106308" y="33754"/>
                  <a:pt x="106754" y="35719"/>
                </a:cubicBezTo>
                <a:lnTo>
                  <a:pt x="122739" y="98584"/>
                </a:lnTo>
                <a:lnTo>
                  <a:pt x="137562" y="35719"/>
                </a:lnTo>
                <a:cubicBezTo>
                  <a:pt x="137785" y="34290"/>
                  <a:pt x="138857" y="30763"/>
                  <a:pt x="143277" y="31165"/>
                </a:cubicBezTo>
                <a:lnTo>
                  <a:pt x="150956" y="31165"/>
                </a:lnTo>
                <a:cubicBezTo>
                  <a:pt x="151939" y="31075"/>
                  <a:pt x="155912" y="30941"/>
                  <a:pt x="156627" y="35808"/>
                </a:cubicBezTo>
                <a:lnTo>
                  <a:pt x="171495" y="99432"/>
                </a:lnTo>
                <a:lnTo>
                  <a:pt x="187970" y="35763"/>
                </a:lnTo>
                <a:cubicBezTo>
                  <a:pt x="188193" y="34781"/>
                  <a:pt x="189175" y="30673"/>
                  <a:pt x="193640" y="31120"/>
                </a:cubicBezTo>
                <a:lnTo>
                  <a:pt x="202436" y="31120"/>
                </a:lnTo>
                <a:cubicBezTo>
                  <a:pt x="202838" y="31075"/>
                  <a:pt x="205204" y="30763"/>
                  <a:pt x="204802" y="34960"/>
                </a:cubicBezTo>
                <a:cubicBezTo>
                  <a:pt x="204624" y="35763"/>
                  <a:pt x="206320" y="30182"/>
                  <a:pt x="181228" y="110817"/>
                </a:cubicBezTo>
                <a:cubicBezTo>
                  <a:pt x="180737" y="113273"/>
                  <a:pt x="179085" y="115773"/>
                  <a:pt x="175558" y="115461"/>
                </a:cubicBezTo>
                <a:lnTo>
                  <a:pt x="167208" y="115461"/>
                </a:lnTo>
                <a:cubicBezTo>
                  <a:pt x="162342" y="115997"/>
                  <a:pt x="161627" y="111130"/>
                  <a:pt x="161538" y="110683"/>
                </a:cubicBezTo>
                <a:lnTo>
                  <a:pt x="146715" y="49470"/>
                </a:lnTo>
                <a:lnTo>
                  <a:pt x="132070" y="110639"/>
                </a:lnTo>
                <a:cubicBezTo>
                  <a:pt x="131981" y="111130"/>
                  <a:pt x="131311" y="115952"/>
                  <a:pt x="126400" y="115416"/>
                </a:cubicBezTo>
                <a:lnTo>
                  <a:pt x="118229" y="115416"/>
                </a:lnTo>
                <a:lnTo>
                  <a:pt x="118229" y="115416"/>
                </a:lnTo>
                <a:close/>
                <a:moveTo>
                  <a:pt x="240387" y="117917"/>
                </a:moveTo>
                <a:cubicBezTo>
                  <a:pt x="237753" y="117917"/>
                  <a:pt x="225251" y="117783"/>
                  <a:pt x="214759" y="112425"/>
                </a:cubicBezTo>
                <a:cubicBezTo>
                  <a:pt x="213732" y="111978"/>
                  <a:pt x="212839" y="111264"/>
                  <a:pt x="212214" y="110282"/>
                </a:cubicBezTo>
                <a:cubicBezTo>
                  <a:pt x="211589" y="109299"/>
                  <a:pt x="211276" y="108228"/>
                  <a:pt x="211276" y="107112"/>
                </a:cubicBezTo>
                <a:lnTo>
                  <a:pt x="211276" y="102334"/>
                </a:lnTo>
                <a:cubicBezTo>
                  <a:pt x="211276" y="98539"/>
                  <a:pt x="214045" y="99253"/>
                  <a:pt x="215205" y="99700"/>
                </a:cubicBezTo>
                <a:cubicBezTo>
                  <a:pt x="219670" y="101531"/>
                  <a:pt x="222572" y="102870"/>
                  <a:pt x="228064" y="103986"/>
                </a:cubicBezTo>
                <a:cubicBezTo>
                  <a:pt x="244450" y="107335"/>
                  <a:pt x="251639" y="102959"/>
                  <a:pt x="253380" y="101977"/>
                </a:cubicBezTo>
                <a:cubicBezTo>
                  <a:pt x="259273" y="98494"/>
                  <a:pt x="259720" y="90502"/>
                  <a:pt x="255746" y="86395"/>
                </a:cubicBezTo>
                <a:cubicBezTo>
                  <a:pt x="251058" y="82466"/>
                  <a:pt x="248826" y="82332"/>
                  <a:pt x="232038" y="77019"/>
                </a:cubicBezTo>
                <a:cubicBezTo>
                  <a:pt x="229984" y="76438"/>
                  <a:pt x="212527" y="70946"/>
                  <a:pt x="212482" y="53623"/>
                </a:cubicBezTo>
                <a:cubicBezTo>
                  <a:pt x="212214" y="41032"/>
                  <a:pt x="223644" y="28530"/>
                  <a:pt x="243513" y="28620"/>
                </a:cubicBezTo>
                <a:cubicBezTo>
                  <a:pt x="249183" y="28620"/>
                  <a:pt x="264229" y="30450"/>
                  <a:pt x="268337" y="35585"/>
                </a:cubicBezTo>
                <a:cubicBezTo>
                  <a:pt x="268962" y="36522"/>
                  <a:pt x="269230" y="37639"/>
                  <a:pt x="269185" y="38710"/>
                </a:cubicBezTo>
                <a:lnTo>
                  <a:pt x="269185" y="43220"/>
                </a:lnTo>
                <a:cubicBezTo>
                  <a:pt x="269185" y="45184"/>
                  <a:pt x="268471" y="46211"/>
                  <a:pt x="266998" y="46211"/>
                </a:cubicBezTo>
                <a:cubicBezTo>
                  <a:pt x="263560" y="45809"/>
                  <a:pt x="257443" y="41211"/>
                  <a:pt x="245031" y="41389"/>
                </a:cubicBezTo>
                <a:cubicBezTo>
                  <a:pt x="241950" y="41211"/>
                  <a:pt x="227216" y="41791"/>
                  <a:pt x="227886" y="52551"/>
                </a:cubicBezTo>
                <a:cubicBezTo>
                  <a:pt x="227707" y="61034"/>
                  <a:pt x="239762" y="64204"/>
                  <a:pt x="241146" y="64562"/>
                </a:cubicBezTo>
                <a:cubicBezTo>
                  <a:pt x="257443" y="69473"/>
                  <a:pt x="262845" y="70277"/>
                  <a:pt x="269319" y="77778"/>
                </a:cubicBezTo>
                <a:cubicBezTo>
                  <a:pt x="276954" y="87690"/>
                  <a:pt x="272847" y="99343"/>
                  <a:pt x="271239" y="102513"/>
                </a:cubicBezTo>
                <a:cubicBezTo>
                  <a:pt x="262711" y="119256"/>
                  <a:pt x="240700" y="117872"/>
                  <a:pt x="240298" y="117872"/>
                </a:cubicBezTo>
                <a:close/>
                <a:moveTo>
                  <a:pt x="258336" y="164753"/>
                </a:moveTo>
                <a:cubicBezTo>
                  <a:pt x="227082" y="187836"/>
                  <a:pt x="181674" y="200114"/>
                  <a:pt x="142920" y="200114"/>
                </a:cubicBezTo>
                <a:cubicBezTo>
                  <a:pt x="90636" y="200471"/>
                  <a:pt x="40094" y="181228"/>
                  <a:pt x="1250" y="146224"/>
                </a:cubicBezTo>
                <a:cubicBezTo>
                  <a:pt x="-1652" y="143589"/>
                  <a:pt x="893" y="139973"/>
                  <a:pt x="4465" y="141982"/>
                </a:cubicBezTo>
                <a:cubicBezTo>
                  <a:pt x="47551" y="166628"/>
                  <a:pt x="96307" y="179576"/>
                  <a:pt x="145956" y="179531"/>
                </a:cubicBezTo>
                <a:cubicBezTo>
                  <a:pt x="183014" y="179353"/>
                  <a:pt x="219670" y="171807"/>
                  <a:pt x="253826" y="157430"/>
                </a:cubicBezTo>
                <a:cubicBezTo>
                  <a:pt x="259095" y="155198"/>
                  <a:pt x="263560" y="160913"/>
                  <a:pt x="258336" y="164753"/>
                </a:cubicBezTo>
                <a:close/>
                <a:moveTo>
                  <a:pt x="271373" y="149885"/>
                </a:moveTo>
                <a:cubicBezTo>
                  <a:pt x="267355" y="144750"/>
                  <a:pt x="244897" y="147474"/>
                  <a:pt x="234851" y="148679"/>
                </a:cubicBezTo>
                <a:cubicBezTo>
                  <a:pt x="231815" y="149036"/>
                  <a:pt x="231324" y="146402"/>
                  <a:pt x="234047" y="144438"/>
                </a:cubicBezTo>
                <a:cubicBezTo>
                  <a:pt x="251951" y="131847"/>
                  <a:pt x="281330" y="135463"/>
                  <a:pt x="284678" y="139705"/>
                </a:cubicBezTo>
                <a:cubicBezTo>
                  <a:pt x="288027" y="143947"/>
                  <a:pt x="283741" y="173370"/>
                  <a:pt x="266998" y="187434"/>
                </a:cubicBezTo>
                <a:cubicBezTo>
                  <a:pt x="264408" y="189622"/>
                  <a:pt x="261952" y="188461"/>
                  <a:pt x="263113" y="185604"/>
                </a:cubicBezTo>
                <a:cubicBezTo>
                  <a:pt x="266864" y="176093"/>
                  <a:pt x="275347" y="155019"/>
                  <a:pt x="271329" y="14988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52500" y="5943600"/>
            <a:ext cx="419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527691" y="582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641991" y="594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3572"/>
                </a:moveTo>
                <a:cubicBezTo>
                  <a:pt x="53187" y="3572"/>
                  <a:pt x="3572" y="53187"/>
                  <a:pt x="3572" y="114300"/>
                </a:cubicBezTo>
                <a:cubicBezTo>
                  <a:pt x="3572" y="175413"/>
                  <a:pt x="53187" y="225028"/>
                  <a:pt x="114300" y="225028"/>
                </a:cubicBezTo>
                <a:cubicBezTo>
                  <a:pt x="175413" y="225028"/>
                  <a:pt x="225028" y="175413"/>
                  <a:pt x="225028" y="114300"/>
                </a:cubicBezTo>
                <a:cubicBezTo>
                  <a:pt x="225028" y="53187"/>
                  <a:pt x="175413" y="3572"/>
                  <a:pt x="114300" y="3572"/>
                </a:cubicBezTo>
                <a:close/>
                <a:moveTo>
                  <a:pt x="165646" y="78894"/>
                </a:moveTo>
                <a:cubicBezTo>
                  <a:pt x="163994" y="96396"/>
                  <a:pt x="156761" y="138901"/>
                  <a:pt x="153099" y="158502"/>
                </a:cubicBezTo>
                <a:cubicBezTo>
                  <a:pt x="151537" y="166807"/>
                  <a:pt x="148501" y="169575"/>
                  <a:pt x="145554" y="169843"/>
                </a:cubicBezTo>
                <a:cubicBezTo>
                  <a:pt x="139125" y="170423"/>
                  <a:pt x="134258" y="165601"/>
                  <a:pt x="128007" y="161493"/>
                </a:cubicBezTo>
                <a:cubicBezTo>
                  <a:pt x="118274" y="155109"/>
                  <a:pt x="112737" y="151135"/>
                  <a:pt x="103316" y="144884"/>
                </a:cubicBezTo>
                <a:cubicBezTo>
                  <a:pt x="92378" y="137696"/>
                  <a:pt x="99477" y="133722"/>
                  <a:pt x="105683" y="127248"/>
                </a:cubicBezTo>
                <a:cubicBezTo>
                  <a:pt x="107335" y="125551"/>
                  <a:pt x="135642" y="99789"/>
                  <a:pt x="136178" y="97468"/>
                </a:cubicBezTo>
                <a:cubicBezTo>
                  <a:pt x="136267" y="97155"/>
                  <a:pt x="136312" y="96083"/>
                  <a:pt x="135642" y="95503"/>
                </a:cubicBezTo>
                <a:cubicBezTo>
                  <a:pt x="134972" y="94923"/>
                  <a:pt x="134035" y="95146"/>
                  <a:pt x="133365" y="95280"/>
                </a:cubicBezTo>
                <a:cubicBezTo>
                  <a:pt x="132383" y="95503"/>
                  <a:pt x="116800" y="105772"/>
                  <a:pt x="86663" y="126132"/>
                </a:cubicBezTo>
                <a:cubicBezTo>
                  <a:pt x="82242" y="129168"/>
                  <a:pt x="78224" y="130641"/>
                  <a:pt x="74652" y="130552"/>
                </a:cubicBezTo>
                <a:cubicBezTo>
                  <a:pt x="70678" y="130463"/>
                  <a:pt x="63088" y="128320"/>
                  <a:pt x="57418" y="126489"/>
                </a:cubicBezTo>
                <a:cubicBezTo>
                  <a:pt x="50497" y="124257"/>
                  <a:pt x="44961" y="123051"/>
                  <a:pt x="45452" y="119211"/>
                </a:cubicBezTo>
                <a:cubicBezTo>
                  <a:pt x="45720" y="117202"/>
                  <a:pt x="48444" y="115193"/>
                  <a:pt x="53667" y="113094"/>
                </a:cubicBezTo>
                <a:cubicBezTo>
                  <a:pt x="85948" y="99030"/>
                  <a:pt x="107469" y="89743"/>
                  <a:pt x="118229" y="85279"/>
                </a:cubicBezTo>
                <a:cubicBezTo>
                  <a:pt x="148992" y="72509"/>
                  <a:pt x="155377" y="70277"/>
                  <a:pt x="159529" y="70187"/>
                </a:cubicBezTo>
                <a:cubicBezTo>
                  <a:pt x="160466" y="70187"/>
                  <a:pt x="162476" y="70411"/>
                  <a:pt x="163815" y="71482"/>
                </a:cubicBezTo>
                <a:cubicBezTo>
                  <a:pt x="164708" y="72241"/>
                  <a:pt x="165244" y="73313"/>
                  <a:pt x="165378" y="74474"/>
                </a:cubicBezTo>
                <a:cubicBezTo>
                  <a:pt x="165601" y="75902"/>
                  <a:pt x="165646" y="77376"/>
                  <a:pt x="165556" y="78849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099191" y="59436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Telegram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941558" y="582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12F3E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027283" y="5943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513058" y="5943600"/>
            <a:ext cx="581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Groq AI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58618" y="634365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151928" y="634365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Serverless Architecture</a:t>
            </a:r>
            <a:endParaRPr lang="en-US" sz="1600" dirty="0"/>
          </a:p>
        </p:txBody>
      </p:sp>
      <p:sp>
        <p:nvSpPr>
          <p:cNvPr id="29" name="Text 8"/>
          <p:cNvSpPr/>
          <p:nvPr/>
        </p:nvSpPr>
        <p:spPr>
          <a:xfrm>
            <a:off x="7866495" y="5141480"/>
            <a:ext cx="4066887" cy="14506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</a:rPr>
              <a:t>Group Name : GDP</a:t>
            </a:r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</a:rPr>
              <a:t>Name: Garima Agrawal(100004523),Divya </a:t>
            </a:r>
            <a:r>
              <a:rPr lang="en-IN" sz="1500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</a:rPr>
              <a:t>Koriya</a:t>
            </a:r>
            <a:r>
              <a:rPr lang="en-IN" sz="1500" dirty="0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</a:rPr>
              <a:t>(100002007), Pooja Shreni</a:t>
            </a:r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</a:rPr>
              <a:t>(100002917)</a:t>
            </a:r>
          </a:p>
          <a:p>
            <a:r>
              <a:rPr lang="en-IN" sz="1500" dirty="0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</a:rPr>
              <a:t>Subject : MSc Big Data &amp; AI - Cloud Solutions Module</a:t>
            </a:r>
          </a:p>
          <a:p>
            <a:r>
              <a:rPr lang="en-IN" sz="1500" dirty="0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</a:rPr>
              <a:t>University: SRH Hochschule Leipzig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495" y="1721138"/>
            <a:ext cx="2457450" cy="245745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498896" y="5899785"/>
            <a:ext cx="1076325" cy="381000"/>
          </a:xfrm>
          <a:prstGeom prst="rect">
            <a:avLst/>
          </a:prstGeom>
          <a:noFill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</a:rPr>
              <a:t>Terraform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91101-B18E-2556-695D-907FE2DEB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0589" y="5914416"/>
            <a:ext cx="327750" cy="3277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PRESENTATION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52400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3875" y="16764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676400"/>
            <a:ext cx="3190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Project </a:t>
            </a:r>
            <a:r>
              <a:rPr lang="en-US" sz="15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Overview &amp;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981200"/>
            <a:ext cx="38330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</a:rPr>
              <a:t>Core purpose, learning objectives, and industry relevance</a:t>
            </a:r>
          </a:p>
        </p:txBody>
      </p:sp>
      <p:sp>
        <p:nvSpPr>
          <p:cNvPr id="11" name="Shape 9"/>
          <p:cNvSpPr/>
          <p:nvPr/>
        </p:nvSpPr>
        <p:spPr>
          <a:xfrm>
            <a:off x="6267450" y="152400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67450" y="152400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389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91275" y="16764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1676400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 &amp; Data Flow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0" y="1981200"/>
            <a:ext cx="3143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 architecture overview and data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80035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0050" y="280035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71500" y="2952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3875" y="295275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2952750"/>
            <a:ext cx="3352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Technology Stack &amp; Environment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3257550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services, programming languages, and tools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280035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67450" y="280035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38900" y="2952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91275" y="295275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2952750"/>
            <a:ext cx="3686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AWS Services Implementation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3257550"/>
            <a:ext cx="3667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Lambda, API Gateway, DynamoDB, S3 implementation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07670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00050" y="407670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71500" y="422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3875" y="42291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1100" y="4229100"/>
            <a:ext cx="3533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Groq AI Integration &amp; Features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1100" y="4533900"/>
            <a:ext cx="3514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capabilities, conversation memory, error handling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7450" y="407670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67450" y="407670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38900" y="422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91275" y="42291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4229100"/>
            <a:ext cx="3324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</a:rPr>
              <a:t>Security &amp; Infrastructure as Code</a:t>
            </a:r>
          </a:p>
        </p:txBody>
      </p:sp>
      <p:sp>
        <p:nvSpPr>
          <p:cNvPr id="40" name="Text 38"/>
          <p:cNvSpPr/>
          <p:nvPr/>
        </p:nvSpPr>
        <p:spPr>
          <a:xfrm>
            <a:off x="7048500" y="4533900"/>
            <a:ext cx="3305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 commands, storage system, file management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35305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00050" y="535305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71500" y="550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23875" y="550545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5505450"/>
            <a:ext cx="3105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</a:rPr>
              <a:t>Deployment, Testing &amp; Results</a:t>
            </a:r>
          </a:p>
        </p:txBody>
      </p:sp>
      <p:sp>
        <p:nvSpPr>
          <p:cNvPr id="46" name="Text 44"/>
          <p:cNvSpPr/>
          <p:nvPr/>
        </p:nvSpPr>
        <p:spPr>
          <a:xfrm>
            <a:off x="1181100" y="5810250"/>
            <a:ext cx="3086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IAM policies, Terraform infrastructure as code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67450" y="535305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0" y="0"/>
                </a:moveTo>
                <a:lnTo>
                  <a:pt x="5543550" y="0"/>
                </a:lnTo>
                <a:lnTo>
                  <a:pt x="554355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267450" y="535305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38900" y="550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91275" y="550545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5505450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Results &amp; Future Enhancements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48500" y="581025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Achievements, cost analysis, and enhancements</a:t>
            </a:r>
            <a:endParaRPr lang="en-US" sz="1600" dirty="0"/>
          </a:p>
        </p:txBody>
      </p:sp>
      <p:sp>
        <p:nvSpPr>
          <p:cNvPr id="53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18"/>
          <p:cNvSpPr/>
          <p:nvPr/>
        </p:nvSpPr>
        <p:spPr>
          <a:xfrm>
            <a:off x="6214110" y="1413510"/>
            <a:ext cx="5589270" cy="3531870"/>
          </a:xfrm>
          <a:custGeom>
            <a:avLst/>
            <a:gdLst/>
            <a:ahLst/>
            <a:cxnLst/>
            <a:rect l="l" t="t" r="r" b="b"/>
            <a:pathLst>
              <a:path w="5589270" h="4389120">
                <a:moveTo>
                  <a:pt x="0" y="0"/>
                </a:moveTo>
                <a:lnTo>
                  <a:pt x="5589270" y="0"/>
                </a:lnTo>
                <a:lnTo>
                  <a:pt x="5589270" y="4389120"/>
                </a:lnTo>
                <a:lnTo>
                  <a:pt x="0" y="4389120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10196"/>
            </a:srgbClr>
          </a:solidFill>
          <a:ln w="10160">
            <a:solidFill>
              <a:srgbClr val="C8A2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0" y="0"/>
                </a:moveTo>
                <a:lnTo>
                  <a:pt x="5581650" y="0"/>
                </a:lnTo>
                <a:lnTo>
                  <a:pt x="55816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3341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7725" y="16002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Core 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81200"/>
            <a:ext cx="5257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 a </a:t>
            </a:r>
            <a:r>
              <a:rPr lang="en-US" sz="120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production-ready serverless Telegram bot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that demonstrates modern cloud-native architecture principles, Infrastructure as Code (IaC) practices, and seamless integration with cutting-edge AI APIs for natural language conversations.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314700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0" y="0"/>
                </a:moveTo>
                <a:lnTo>
                  <a:pt x="5581650" y="0"/>
                </a:lnTo>
                <a:lnTo>
                  <a:pt x="55816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0050" y="33147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506" y="3543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7725" y="35052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Educational 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3886200"/>
            <a:ext cx="5257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This project serves as a comprehensive learning platform for </a:t>
            </a:r>
            <a:r>
              <a:rPr lang="en-US" sz="120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Master's level cloud computing concepts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providing hands-on experience with AWS serverless services, API integration patterns, security best practices, and production deployment workflows.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5219700"/>
            <a:ext cx="5581650" cy="1504950"/>
          </a:xfrm>
          <a:custGeom>
            <a:avLst/>
            <a:gdLst/>
            <a:ahLst/>
            <a:cxnLst/>
            <a:rect l="l" t="t" r="r" b="b"/>
            <a:pathLst>
              <a:path w="5581650" h="1504950">
                <a:moveTo>
                  <a:pt x="0" y="0"/>
                </a:moveTo>
                <a:lnTo>
                  <a:pt x="5581650" y="0"/>
                </a:lnTo>
                <a:lnTo>
                  <a:pt x="55816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0050" y="52197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3413" y="544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7725" y="5410200"/>
            <a:ext cx="503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Industry Relevance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5791200"/>
            <a:ext cx="52578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Addresses the </a:t>
            </a:r>
            <a:r>
              <a:rPr lang="en-US" sz="120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growing market demand</a:t>
            </a:r>
            <a:r>
              <a:rPr lang="en-US" sz="12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intelligent conversational agents, with the global chatbot market projected to reach $15.5 billion by 2028, driven by AI advancements and enterprise adoption.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32232" y="16459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46545" y="160782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Key Learning Objectives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4110" y="5250180"/>
            <a:ext cx="1790700" cy="762000"/>
          </a:xfrm>
          <a:custGeom>
            <a:avLst/>
            <a:gdLst/>
            <a:ahLst/>
            <a:cxnLst/>
            <a:rect l="l" t="t" r="r" b="b"/>
            <a:pathLst>
              <a:path w="1790700" h="762000">
                <a:moveTo>
                  <a:pt x="0" y="0"/>
                </a:moveTo>
                <a:lnTo>
                  <a:pt x="1790700" y="0"/>
                </a:lnTo>
                <a:lnTo>
                  <a:pt x="179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56973" y="5364480"/>
            <a:ext cx="1704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95073" y="5707380"/>
            <a:ext cx="162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Services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19110" y="5250180"/>
            <a:ext cx="1790700" cy="762000"/>
          </a:xfrm>
          <a:custGeom>
            <a:avLst/>
            <a:gdLst/>
            <a:ahLst/>
            <a:cxnLst/>
            <a:rect l="l" t="t" r="r" b="b"/>
            <a:pathLst>
              <a:path w="1790700" h="762000">
                <a:moveTo>
                  <a:pt x="0" y="0"/>
                </a:moveTo>
                <a:lnTo>
                  <a:pt x="1790700" y="0"/>
                </a:lnTo>
                <a:lnTo>
                  <a:pt x="179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161973" y="5364480"/>
            <a:ext cx="1704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00072" y="5707380"/>
            <a:ext cx="162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 Commands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024110" y="5250180"/>
            <a:ext cx="1790700" cy="762000"/>
          </a:xfrm>
          <a:custGeom>
            <a:avLst/>
            <a:gdLst/>
            <a:ahLst/>
            <a:cxnLst/>
            <a:rect l="l" t="t" r="r" b="b"/>
            <a:pathLst>
              <a:path w="1790700" h="762000">
                <a:moveTo>
                  <a:pt x="0" y="0"/>
                </a:moveTo>
                <a:lnTo>
                  <a:pt x="1790700" y="0"/>
                </a:lnTo>
                <a:lnTo>
                  <a:pt x="1790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0066973" y="5364480"/>
            <a:ext cx="1704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&lt;$0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105073" y="5707380"/>
            <a:ext cx="1628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Monthly Cost</a:t>
            </a:r>
            <a:endParaRPr lang="en-US" sz="1600" dirty="0"/>
          </a:p>
        </p:txBody>
      </p:sp>
      <p:sp>
        <p:nvSpPr>
          <p:cNvPr id="53" name="Shape 9"/>
          <p:cNvSpPr/>
          <p:nvPr/>
        </p:nvSpPr>
        <p:spPr>
          <a:xfrm>
            <a:off x="6470332" y="217743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10"/>
          <p:cNvSpPr/>
          <p:nvPr/>
        </p:nvSpPr>
        <p:spPr>
          <a:xfrm>
            <a:off x="6432232" y="2177436"/>
            <a:ext cx="342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Text 11"/>
          <p:cNvSpPr/>
          <p:nvPr/>
        </p:nvSpPr>
        <p:spPr>
          <a:xfrm>
            <a:off x="6813232" y="2177436"/>
            <a:ext cx="2619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AWS Serverless Services</a:t>
            </a:r>
            <a:endParaRPr lang="en-US" sz="1600" dirty="0"/>
          </a:p>
        </p:txBody>
      </p:sp>
      <p:sp>
        <p:nvSpPr>
          <p:cNvPr id="56" name="Text 12"/>
          <p:cNvSpPr/>
          <p:nvPr/>
        </p:nvSpPr>
        <p:spPr>
          <a:xfrm>
            <a:off x="6813232" y="2406036"/>
            <a:ext cx="26193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Lambda, API Gateway, DynamoDB, S3, CloudWatch</a:t>
            </a:r>
            <a:endParaRPr lang="en-US" sz="1600" dirty="0"/>
          </a:p>
        </p:txBody>
      </p:sp>
      <p:sp>
        <p:nvSpPr>
          <p:cNvPr id="57" name="Shape 13"/>
          <p:cNvSpPr/>
          <p:nvPr/>
        </p:nvSpPr>
        <p:spPr>
          <a:xfrm>
            <a:off x="9468802" y="217743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8" name="Text 14"/>
          <p:cNvSpPr/>
          <p:nvPr/>
        </p:nvSpPr>
        <p:spPr>
          <a:xfrm>
            <a:off x="9430702" y="2177436"/>
            <a:ext cx="342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Text 15"/>
          <p:cNvSpPr/>
          <p:nvPr/>
        </p:nvSpPr>
        <p:spPr>
          <a:xfrm>
            <a:off x="9811702" y="2177436"/>
            <a:ext cx="2619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60" name="Text 16"/>
          <p:cNvSpPr/>
          <p:nvPr/>
        </p:nvSpPr>
        <p:spPr>
          <a:xfrm>
            <a:off x="9811702" y="2406036"/>
            <a:ext cx="26193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Terraform modules, state management, automation</a:t>
            </a:r>
            <a:endParaRPr lang="en-US" sz="1600" dirty="0"/>
          </a:p>
        </p:txBody>
      </p:sp>
      <p:sp>
        <p:nvSpPr>
          <p:cNvPr id="61" name="Shape 17"/>
          <p:cNvSpPr/>
          <p:nvPr/>
        </p:nvSpPr>
        <p:spPr>
          <a:xfrm>
            <a:off x="6470332" y="330388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2" name="Text 18"/>
          <p:cNvSpPr/>
          <p:nvPr/>
        </p:nvSpPr>
        <p:spPr>
          <a:xfrm>
            <a:off x="6432232" y="3303886"/>
            <a:ext cx="342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19"/>
          <p:cNvSpPr/>
          <p:nvPr/>
        </p:nvSpPr>
        <p:spPr>
          <a:xfrm>
            <a:off x="6813232" y="3303886"/>
            <a:ext cx="2619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External API Integration</a:t>
            </a:r>
            <a:endParaRPr lang="en-US" sz="1600" dirty="0"/>
          </a:p>
        </p:txBody>
      </p:sp>
      <p:sp>
        <p:nvSpPr>
          <p:cNvPr id="64" name="Text 20"/>
          <p:cNvSpPr/>
          <p:nvPr/>
        </p:nvSpPr>
        <p:spPr>
          <a:xfrm>
            <a:off x="6813232" y="3532486"/>
            <a:ext cx="26193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Groq AI, Telegram Bot API, error handling</a:t>
            </a:r>
            <a:endParaRPr lang="en-US" sz="1600" dirty="0"/>
          </a:p>
        </p:txBody>
      </p:sp>
      <p:sp>
        <p:nvSpPr>
          <p:cNvPr id="65" name="Shape 21"/>
          <p:cNvSpPr/>
          <p:nvPr/>
        </p:nvSpPr>
        <p:spPr>
          <a:xfrm>
            <a:off x="9468802" y="330388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6" name="Text 22"/>
          <p:cNvSpPr/>
          <p:nvPr/>
        </p:nvSpPr>
        <p:spPr>
          <a:xfrm>
            <a:off x="9430702" y="3303886"/>
            <a:ext cx="342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67" name="Text 23"/>
          <p:cNvSpPr/>
          <p:nvPr/>
        </p:nvSpPr>
        <p:spPr>
          <a:xfrm>
            <a:off x="9811702" y="3303886"/>
            <a:ext cx="2619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Security &amp; Monitoring</a:t>
            </a:r>
            <a:endParaRPr lang="en-US" sz="1600" dirty="0"/>
          </a:p>
        </p:txBody>
      </p:sp>
      <p:sp>
        <p:nvSpPr>
          <p:cNvPr id="68" name="Text 24"/>
          <p:cNvSpPr/>
          <p:nvPr/>
        </p:nvSpPr>
        <p:spPr>
          <a:xfrm>
            <a:off x="9811702" y="3532486"/>
            <a:ext cx="22383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IAM policies, CloudWatch</a:t>
            </a:r>
            <a:endParaRPr lang="en-US" sz="1600" dirty="0"/>
          </a:p>
        </p:txBody>
      </p:sp>
      <p:sp>
        <p:nvSpPr>
          <p:cNvPr id="69" name="Shape 25"/>
          <p:cNvSpPr/>
          <p:nvPr/>
        </p:nvSpPr>
        <p:spPr>
          <a:xfrm>
            <a:off x="6470332" y="443033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70" name="Text 26"/>
          <p:cNvSpPr/>
          <p:nvPr/>
        </p:nvSpPr>
        <p:spPr>
          <a:xfrm>
            <a:off x="6432232" y="4430337"/>
            <a:ext cx="342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Text 27"/>
          <p:cNvSpPr/>
          <p:nvPr/>
        </p:nvSpPr>
        <p:spPr>
          <a:xfrm>
            <a:off x="6813232" y="4430337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Production Deployment</a:t>
            </a:r>
            <a:endParaRPr lang="en-US" sz="1600" dirty="0"/>
          </a:p>
        </p:txBody>
      </p:sp>
      <p:sp>
        <p:nvSpPr>
          <p:cNvPr id="72" name="Text 28"/>
          <p:cNvSpPr/>
          <p:nvPr/>
        </p:nvSpPr>
        <p:spPr>
          <a:xfrm>
            <a:off x="6813232" y="4658937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CI/CD considerations, testing strategies, cost optimization</a:t>
            </a:r>
            <a:endParaRPr lang="en-US" sz="1600" dirty="0"/>
          </a:p>
        </p:txBody>
      </p:sp>
      <p:sp>
        <p:nvSpPr>
          <p:cNvPr id="74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20881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kern="0" spc="59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CONTEXT &amp; RELEVANCE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11614092" cy="372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Problem Statement &amp; Motivation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844" y="1155817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91486" y="1379523"/>
            <a:ext cx="5592661" cy="2442128"/>
          </a:xfrm>
          <a:custGeom>
            <a:avLst/>
            <a:gdLst/>
            <a:ahLst/>
            <a:cxnLst/>
            <a:rect l="l" t="t" r="r" b="b"/>
            <a:pathLst>
              <a:path w="5592661" h="2442128">
                <a:moveTo>
                  <a:pt x="0" y="0"/>
                </a:moveTo>
                <a:lnTo>
                  <a:pt x="5592661" y="0"/>
                </a:lnTo>
                <a:lnTo>
                  <a:pt x="5592661" y="2442128"/>
                </a:lnTo>
                <a:lnTo>
                  <a:pt x="0" y="2442128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91486" y="1379523"/>
            <a:ext cx="37284" cy="2442128"/>
          </a:xfrm>
          <a:custGeom>
            <a:avLst/>
            <a:gdLst/>
            <a:ahLst/>
            <a:cxnLst/>
            <a:rect l="l" t="t" r="r" b="b"/>
            <a:pathLst>
              <a:path w="37284" h="2442128">
                <a:moveTo>
                  <a:pt x="0" y="0"/>
                </a:moveTo>
                <a:lnTo>
                  <a:pt x="37284" y="0"/>
                </a:lnTo>
                <a:lnTo>
                  <a:pt x="37284" y="2442128"/>
                </a:lnTo>
                <a:lnTo>
                  <a:pt x="0" y="2442128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19853" y="1603229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93211" y="0"/>
                </a:moveTo>
                <a:cubicBezTo>
                  <a:pt x="98563" y="0"/>
                  <a:pt x="103479" y="2949"/>
                  <a:pt x="106028" y="7646"/>
                </a:cubicBezTo>
                <a:lnTo>
                  <a:pt x="184674" y="153288"/>
                </a:lnTo>
                <a:cubicBezTo>
                  <a:pt x="187114" y="157803"/>
                  <a:pt x="187005" y="163265"/>
                  <a:pt x="184383" y="167671"/>
                </a:cubicBezTo>
                <a:cubicBezTo>
                  <a:pt x="181761" y="172076"/>
                  <a:pt x="176992" y="174771"/>
                  <a:pt x="171858" y="174771"/>
                </a:cubicBezTo>
                <a:lnTo>
                  <a:pt x="14564" y="174771"/>
                </a:lnTo>
                <a:cubicBezTo>
                  <a:pt x="9430" y="174771"/>
                  <a:pt x="4697" y="172076"/>
                  <a:pt x="2039" y="167671"/>
                </a:cubicBezTo>
                <a:cubicBezTo>
                  <a:pt x="-619" y="163265"/>
                  <a:pt x="-692" y="157803"/>
                  <a:pt x="1748" y="153288"/>
                </a:cubicBezTo>
                <a:lnTo>
                  <a:pt x="80394" y="7646"/>
                </a:lnTo>
                <a:cubicBezTo>
                  <a:pt x="82943" y="2949"/>
                  <a:pt x="87859" y="0"/>
                  <a:pt x="93211" y="0"/>
                </a:cubicBezTo>
                <a:close/>
                <a:moveTo>
                  <a:pt x="93211" y="61170"/>
                </a:moveTo>
                <a:cubicBezTo>
                  <a:pt x="88368" y="61170"/>
                  <a:pt x="84472" y="65066"/>
                  <a:pt x="84472" y="69908"/>
                </a:cubicBezTo>
                <a:lnTo>
                  <a:pt x="84472" y="110688"/>
                </a:lnTo>
                <a:cubicBezTo>
                  <a:pt x="84472" y="115531"/>
                  <a:pt x="88368" y="119427"/>
                  <a:pt x="93211" y="119427"/>
                </a:cubicBezTo>
                <a:cubicBezTo>
                  <a:pt x="98054" y="119427"/>
                  <a:pt x="101950" y="115531"/>
                  <a:pt x="101950" y="110688"/>
                </a:cubicBezTo>
                <a:lnTo>
                  <a:pt x="101950" y="69908"/>
                </a:lnTo>
                <a:cubicBezTo>
                  <a:pt x="101950" y="65066"/>
                  <a:pt x="98054" y="61170"/>
                  <a:pt x="93211" y="61170"/>
                </a:cubicBezTo>
                <a:close/>
                <a:moveTo>
                  <a:pt x="102933" y="139817"/>
                </a:moveTo>
                <a:cubicBezTo>
                  <a:pt x="103154" y="136208"/>
                  <a:pt x="101354" y="132775"/>
                  <a:pt x="98261" y="130904"/>
                </a:cubicBezTo>
                <a:cubicBezTo>
                  <a:pt x="95167" y="129032"/>
                  <a:pt x="91291" y="129032"/>
                  <a:pt x="88198" y="130904"/>
                </a:cubicBezTo>
                <a:cubicBezTo>
                  <a:pt x="85104" y="132775"/>
                  <a:pt x="83305" y="136208"/>
                  <a:pt x="83526" y="139817"/>
                </a:cubicBezTo>
                <a:cubicBezTo>
                  <a:pt x="83305" y="143425"/>
                  <a:pt x="85104" y="146858"/>
                  <a:pt x="88198" y="148729"/>
                </a:cubicBezTo>
                <a:cubicBezTo>
                  <a:pt x="91291" y="150601"/>
                  <a:pt x="95167" y="150601"/>
                  <a:pt x="98261" y="148729"/>
                </a:cubicBezTo>
                <a:cubicBezTo>
                  <a:pt x="101354" y="146858"/>
                  <a:pt x="103154" y="143425"/>
                  <a:pt x="102933" y="13981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9578" y="1565945"/>
            <a:ext cx="5061358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550" y="1938789"/>
            <a:ext cx="5275743" cy="2423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Traditional chatbot deployments face significant challenges: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193" y="2330275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48644" y="48644"/>
                </a:moveTo>
                <a:cubicBezTo>
                  <a:pt x="51383" y="45906"/>
                  <a:pt x="55810" y="45906"/>
                  <a:pt x="58519" y="48644"/>
                </a:cubicBezTo>
                <a:lnTo>
                  <a:pt x="74540" y="64665"/>
                </a:lnTo>
                <a:lnTo>
                  <a:pt x="90560" y="48644"/>
                </a:lnTo>
                <a:cubicBezTo>
                  <a:pt x="93298" y="45906"/>
                  <a:pt x="97726" y="45906"/>
                  <a:pt x="100435" y="48644"/>
                </a:cubicBezTo>
                <a:cubicBezTo>
                  <a:pt x="103144" y="51383"/>
                  <a:pt x="103173" y="55810"/>
                  <a:pt x="100435" y="58519"/>
                </a:cubicBezTo>
                <a:lnTo>
                  <a:pt x="84414" y="74540"/>
                </a:lnTo>
                <a:lnTo>
                  <a:pt x="100435" y="90560"/>
                </a:lnTo>
                <a:cubicBezTo>
                  <a:pt x="103173" y="93298"/>
                  <a:pt x="103173" y="97726"/>
                  <a:pt x="100435" y="100435"/>
                </a:cubicBezTo>
                <a:cubicBezTo>
                  <a:pt x="97697" y="103144"/>
                  <a:pt x="93269" y="103173"/>
                  <a:pt x="90560" y="100435"/>
                </a:cubicBezTo>
                <a:lnTo>
                  <a:pt x="74540" y="84414"/>
                </a:lnTo>
                <a:lnTo>
                  <a:pt x="58519" y="100435"/>
                </a:lnTo>
                <a:cubicBezTo>
                  <a:pt x="55781" y="103173"/>
                  <a:pt x="51353" y="103173"/>
                  <a:pt x="48644" y="100435"/>
                </a:cubicBezTo>
                <a:cubicBezTo>
                  <a:pt x="45936" y="97697"/>
                  <a:pt x="45906" y="93269"/>
                  <a:pt x="48644" y="90560"/>
                </a:cubicBezTo>
                <a:lnTo>
                  <a:pt x="64665" y="74540"/>
                </a:lnTo>
                <a:lnTo>
                  <a:pt x="48644" y="58519"/>
                </a:lnTo>
                <a:cubicBezTo>
                  <a:pt x="45906" y="55781"/>
                  <a:pt x="45906" y="51353"/>
                  <a:pt x="48644" y="48644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7541" y="2292991"/>
            <a:ext cx="5014752" cy="447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 Management Overhead:</a:t>
            </a: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Provisioning, scaling, and maintaining infrastructure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5193" y="2852257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48644" y="48644"/>
                </a:moveTo>
                <a:cubicBezTo>
                  <a:pt x="51383" y="45906"/>
                  <a:pt x="55810" y="45906"/>
                  <a:pt x="58519" y="48644"/>
                </a:cubicBezTo>
                <a:lnTo>
                  <a:pt x="74540" y="64665"/>
                </a:lnTo>
                <a:lnTo>
                  <a:pt x="90560" y="48644"/>
                </a:lnTo>
                <a:cubicBezTo>
                  <a:pt x="93298" y="45906"/>
                  <a:pt x="97726" y="45906"/>
                  <a:pt x="100435" y="48644"/>
                </a:cubicBezTo>
                <a:cubicBezTo>
                  <a:pt x="103144" y="51383"/>
                  <a:pt x="103173" y="55810"/>
                  <a:pt x="100435" y="58519"/>
                </a:cubicBezTo>
                <a:lnTo>
                  <a:pt x="84414" y="74540"/>
                </a:lnTo>
                <a:lnTo>
                  <a:pt x="100435" y="90560"/>
                </a:lnTo>
                <a:cubicBezTo>
                  <a:pt x="103173" y="93298"/>
                  <a:pt x="103173" y="97726"/>
                  <a:pt x="100435" y="100435"/>
                </a:cubicBezTo>
                <a:cubicBezTo>
                  <a:pt x="97697" y="103144"/>
                  <a:pt x="93269" y="103173"/>
                  <a:pt x="90560" y="100435"/>
                </a:cubicBezTo>
                <a:lnTo>
                  <a:pt x="74540" y="84414"/>
                </a:lnTo>
                <a:lnTo>
                  <a:pt x="58519" y="100435"/>
                </a:lnTo>
                <a:cubicBezTo>
                  <a:pt x="55781" y="103173"/>
                  <a:pt x="51353" y="103173"/>
                  <a:pt x="48644" y="100435"/>
                </a:cubicBezTo>
                <a:cubicBezTo>
                  <a:pt x="45936" y="97697"/>
                  <a:pt x="45906" y="93269"/>
                  <a:pt x="48644" y="90560"/>
                </a:cubicBezTo>
                <a:lnTo>
                  <a:pt x="64665" y="74540"/>
                </a:lnTo>
                <a:lnTo>
                  <a:pt x="48644" y="58519"/>
                </a:lnTo>
                <a:cubicBezTo>
                  <a:pt x="45906" y="55781"/>
                  <a:pt x="45906" y="51353"/>
                  <a:pt x="48644" y="48644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7541" y="2814972"/>
            <a:ext cx="467919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 Operational Costs:</a:t>
            </a: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Paying for idle resources and over-provisioning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193" y="3150532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48644" y="48644"/>
                </a:moveTo>
                <a:cubicBezTo>
                  <a:pt x="51383" y="45906"/>
                  <a:pt x="55810" y="45906"/>
                  <a:pt x="58519" y="48644"/>
                </a:cubicBezTo>
                <a:lnTo>
                  <a:pt x="74540" y="64665"/>
                </a:lnTo>
                <a:lnTo>
                  <a:pt x="90560" y="48644"/>
                </a:lnTo>
                <a:cubicBezTo>
                  <a:pt x="93298" y="45906"/>
                  <a:pt x="97726" y="45906"/>
                  <a:pt x="100435" y="48644"/>
                </a:cubicBezTo>
                <a:cubicBezTo>
                  <a:pt x="103144" y="51383"/>
                  <a:pt x="103173" y="55810"/>
                  <a:pt x="100435" y="58519"/>
                </a:cubicBezTo>
                <a:lnTo>
                  <a:pt x="84414" y="74540"/>
                </a:lnTo>
                <a:lnTo>
                  <a:pt x="100435" y="90560"/>
                </a:lnTo>
                <a:cubicBezTo>
                  <a:pt x="103173" y="93298"/>
                  <a:pt x="103173" y="97726"/>
                  <a:pt x="100435" y="100435"/>
                </a:cubicBezTo>
                <a:cubicBezTo>
                  <a:pt x="97697" y="103144"/>
                  <a:pt x="93269" y="103173"/>
                  <a:pt x="90560" y="100435"/>
                </a:cubicBezTo>
                <a:lnTo>
                  <a:pt x="74540" y="84414"/>
                </a:lnTo>
                <a:lnTo>
                  <a:pt x="58519" y="100435"/>
                </a:lnTo>
                <a:cubicBezTo>
                  <a:pt x="55781" y="103173"/>
                  <a:pt x="51353" y="103173"/>
                  <a:pt x="48644" y="100435"/>
                </a:cubicBezTo>
                <a:cubicBezTo>
                  <a:pt x="45936" y="97697"/>
                  <a:pt x="45906" y="93269"/>
                  <a:pt x="48644" y="90560"/>
                </a:cubicBezTo>
                <a:lnTo>
                  <a:pt x="64665" y="74540"/>
                </a:lnTo>
                <a:lnTo>
                  <a:pt x="48644" y="58519"/>
                </a:lnTo>
                <a:cubicBezTo>
                  <a:pt x="45906" y="55781"/>
                  <a:pt x="45906" y="51353"/>
                  <a:pt x="48644" y="48644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57541" y="3113248"/>
            <a:ext cx="4380917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Complex Scaling:</a:t>
            </a: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Manual intervention required during traffic spikes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5193" y="3448807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48644" y="48644"/>
                </a:moveTo>
                <a:cubicBezTo>
                  <a:pt x="51383" y="45906"/>
                  <a:pt x="55810" y="45906"/>
                  <a:pt x="58519" y="48644"/>
                </a:cubicBezTo>
                <a:lnTo>
                  <a:pt x="74540" y="64665"/>
                </a:lnTo>
                <a:lnTo>
                  <a:pt x="90560" y="48644"/>
                </a:lnTo>
                <a:cubicBezTo>
                  <a:pt x="93298" y="45906"/>
                  <a:pt x="97726" y="45906"/>
                  <a:pt x="100435" y="48644"/>
                </a:cubicBezTo>
                <a:cubicBezTo>
                  <a:pt x="103144" y="51383"/>
                  <a:pt x="103173" y="55810"/>
                  <a:pt x="100435" y="58519"/>
                </a:cubicBezTo>
                <a:lnTo>
                  <a:pt x="84414" y="74540"/>
                </a:lnTo>
                <a:lnTo>
                  <a:pt x="100435" y="90560"/>
                </a:lnTo>
                <a:cubicBezTo>
                  <a:pt x="103173" y="93298"/>
                  <a:pt x="103173" y="97726"/>
                  <a:pt x="100435" y="100435"/>
                </a:cubicBezTo>
                <a:cubicBezTo>
                  <a:pt x="97697" y="103144"/>
                  <a:pt x="93269" y="103173"/>
                  <a:pt x="90560" y="100435"/>
                </a:cubicBezTo>
                <a:lnTo>
                  <a:pt x="74540" y="84414"/>
                </a:lnTo>
                <a:lnTo>
                  <a:pt x="58519" y="100435"/>
                </a:lnTo>
                <a:cubicBezTo>
                  <a:pt x="55781" y="103173"/>
                  <a:pt x="51353" y="103173"/>
                  <a:pt x="48644" y="100435"/>
                </a:cubicBezTo>
                <a:cubicBezTo>
                  <a:pt x="45936" y="97697"/>
                  <a:pt x="45906" y="93269"/>
                  <a:pt x="48644" y="90560"/>
                </a:cubicBezTo>
                <a:lnTo>
                  <a:pt x="64665" y="74540"/>
                </a:lnTo>
                <a:lnTo>
                  <a:pt x="48644" y="58519"/>
                </a:lnTo>
                <a:cubicBezTo>
                  <a:pt x="45906" y="55781"/>
                  <a:pt x="45906" y="51353"/>
                  <a:pt x="48644" y="48644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7541" y="3411523"/>
            <a:ext cx="4185174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Limited AI Integration:</a:t>
            </a: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Difficulty connecting to modern LLM APIs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6572" y="3974517"/>
            <a:ext cx="5609439" cy="1722539"/>
          </a:xfrm>
          <a:custGeom>
            <a:avLst/>
            <a:gdLst/>
            <a:ahLst/>
            <a:cxnLst/>
            <a:rect l="l" t="t" r="r" b="b"/>
            <a:pathLst>
              <a:path w="5609439" h="1722539">
                <a:moveTo>
                  <a:pt x="0" y="0"/>
                </a:moveTo>
                <a:lnTo>
                  <a:pt x="5609439" y="0"/>
                </a:lnTo>
                <a:lnTo>
                  <a:pt x="5609439" y="1722539"/>
                </a:lnTo>
                <a:lnTo>
                  <a:pt x="0" y="1722539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10196"/>
            </a:srgbClr>
          </a:solidFill>
          <a:ln w="10160">
            <a:solidFill>
              <a:srgbClr val="C8A2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3328" y="4201953"/>
            <a:ext cx="139817" cy="186422"/>
          </a:xfrm>
          <a:custGeom>
            <a:avLst/>
            <a:gdLst/>
            <a:ahLst/>
            <a:cxnLst/>
            <a:rect l="l" t="t" r="r" b="b"/>
            <a:pathLst>
              <a:path w="139817" h="186422">
                <a:moveTo>
                  <a:pt x="106647" y="139817"/>
                </a:moveTo>
                <a:cubicBezTo>
                  <a:pt x="109304" y="131697"/>
                  <a:pt x="114620" y="124342"/>
                  <a:pt x="120628" y="118007"/>
                </a:cubicBezTo>
                <a:cubicBezTo>
                  <a:pt x="132534" y="105481"/>
                  <a:pt x="139817" y="88550"/>
                  <a:pt x="139817" y="69908"/>
                </a:cubicBezTo>
                <a:cubicBezTo>
                  <a:pt x="139817" y="31313"/>
                  <a:pt x="108503" y="0"/>
                  <a:pt x="69908" y="0"/>
                </a:cubicBezTo>
                <a:cubicBezTo>
                  <a:pt x="31313" y="0"/>
                  <a:pt x="0" y="31313"/>
                  <a:pt x="0" y="69908"/>
                </a:cubicBezTo>
                <a:cubicBezTo>
                  <a:pt x="0" y="88550"/>
                  <a:pt x="7282" y="105481"/>
                  <a:pt x="19188" y="118007"/>
                </a:cubicBezTo>
                <a:cubicBezTo>
                  <a:pt x="25196" y="124342"/>
                  <a:pt x="30548" y="131697"/>
                  <a:pt x="33170" y="139817"/>
                </a:cubicBezTo>
                <a:lnTo>
                  <a:pt x="106610" y="139817"/>
                </a:lnTo>
                <a:close/>
                <a:moveTo>
                  <a:pt x="104862" y="157294"/>
                </a:moveTo>
                <a:lnTo>
                  <a:pt x="34954" y="157294"/>
                </a:lnTo>
                <a:lnTo>
                  <a:pt x="34954" y="163119"/>
                </a:lnTo>
                <a:cubicBezTo>
                  <a:pt x="34954" y="179213"/>
                  <a:pt x="47989" y="192248"/>
                  <a:pt x="64083" y="192248"/>
                </a:cubicBezTo>
                <a:lnTo>
                  <a:pt x="75734" y="192248"/>
                </a:lnTo>
                <a:cubicBezTo>
                  <a:pt x="91827" y="192248"/>
                  <a:pt x="104862" y="179213"/>
                  <a:pt x="104862" y="163119"/>
                </a:cubicBezTo>
                <a:lnTo>
                  <a:pt x="104862" y="157294"/>
                </a:lnTo>
                <a:close/>
                <a:moveTo>
                  <a:pt x="66995" y="40780"/>
                </a:moveTo>
                <a:cubicBezTo>
                  <a:pt x="52504" y="40780"/>
                  <a:pt x="40780" y="52504"/>
                  <a:pt x="40780" y="66995"/>
                </a:cubicBezTo>
                <a:cubicBezTo>
                  <a:pt x="40780" y="71838"/>
                  <a:pt x="36884" y="75734"/>
                  <a:pt x="32041" y="75734"/>
                </a:cubicBezTo>
                <a:cubicBezTo>
                  <a:pt x="27199" y="75734"/>
                  <a:pt x="23303" y="71838"/>
                  <a:pt x="23303" y="66995"/>
                </a:cubicBezTo>
                <a:cubicBezTo>
                  <a:pt x="23303" y="42855"/>
                  <a:pt x="42855" y="23303"/>
                  <a:pt x="66995" y="23303"/>
                </a:cubicBezTo>
                <a:cubicBezTo>
                  <a:pt x="71838" y="23303"/>
                  <a:pt x="75734" y="27199"/>
                  <a:pt x="75734" y="32041"/>
                </a:cubicBezTo>
                <a:cubicBezTo>
                  <a:pt x="75734" y="36884"/>
                  <a:pt x="71838" y="40780"/>
                  <a:pt x="66995" y="4078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99750" y="4164668"/>
            <a:ext cx="5089321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The Solution Approach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723" y="4537512"/>
            <a:ext cx="5303706" cy="969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 </a:t>
            </a:r>
            <a:r>
              <a:rPr lang="en-US" sz="117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serverless, event-driven architecture</a:t>
            </a: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leveraging AWS managed services eliminates infrastructure management, enables automatic scaling, and provides cost-effective pay-per-use pricing while integrating seamlessly with state-of-the-art AI inference APIs.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8475" y="1379523"/>
            <a:ext cx="45719" cy="2263155"/>
          </a:xfrm>
          <a:custGeom>
            <a:avLst/>
            <a:gdLst/>
            <a:ahLst/>
            <a:cxnLst/>
            <a:rect l="l" t="t" r="r" b="b"/>
            <a:pathLst>
              <a:path w="37284" h="3206459">
                <a:moveTo>
                  <a:pt x="0" y="0"/>
                </a:moveTo>
                <a:lnTo>
                  <a:pt x="37284" y="0"/>
                </a:lnTo>
                <a:lnTo>
                  <a:pt x="37284" y="3206459"/>
                </a:lnTo>
                <a:lnTo>
                  <a:pt x="0" y="3206459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56843" y="1603229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23303" y="23303"/>
                </a:moveTo>
                <a:cubicBezTo>
                  <a:pt x="23303" y="16858"/>
                  <a:pt x="18096" y="11651"/>
                  <a:pt x="11651" y="11651"/>
                </a:cubicBezTo>
                <a:cubicBezTo>
                  <a:pt x="5207" y="11651"/>
                  <a:pt x="0" y="16858"/>
                  <a:pt x="0" y="23303"/>
                </a:cubicBezTo>
                <a:lnTo>
                  <a:pt x="0" y="145642"/>
                </a:lnTo>
                <a:cubicBezTo>
                  <a:pt x="0" y="161736"/>
                  <a:pt x="13035" y="174771"/>
                  <a:pt x="29128" y="174771"/>
                </a:cubicBezTo>
                <a:lnTo>
                  <a:pt x="174771" y="174771"/>
                </a:lnTo>
                <a:cubicBezTo>
                  <a:pt x="181215" y="174771"/>
                  <a:pt x="186422" y="169564"/>
                  <a:pt x="186422" y="163119"/>
                </a:cubicBezTo>
                <a:cubicBezTo>
                  <a:pt x="186422" y="156675"/>
                  <a:pt x="181215" y="151468"/>
                  <a:pt x="174771" y="151468"/>
                </a:cubicBezTo>
                <a:lnTo>
                  <a:pt x="29128" y="151468"/>
                </a:lnTo>
                <a:cubicBezTo>
                  <a:pt x="25924" y="151468"/>
                  <a:pt x="23303" y="148846"/>
                  <a:pt x="23303" y="145642"/>
                </a:cubicBezTo>
                <a:lnTo>
                  <a:pt x="23303" y="23303"/>
                </a:lnTo>
                <a:close/>
                <a:moveTo>
                  <a:pt x="171348" y="54834"/>
                </a:moveTo>
                <a:cubicBezTo>
                  <a:pt x="175899" y="50283"/>
                  <a:pt x="175899" y="42892"/>
                  <a:pt x="171348" y="38340"/>
                </a:cubicBezTo>
                <a:cubicBezTo>
                  <a:pt x="166797" y="33789"/>
                  <a:pt x="159405" y="33789"/>
                  <a:pt x="154854" y="38340"/>
                </a:cubicBezTo>
                <a:lnTo>
                  <a:pt x="116514" y="76717"/>
                </a:lnTo>
                <a:lnTo>
                  <a:pt x="95614" y="55854"/>
                </a:lnTo>
                <a:cubicBezTo>
                  <a:pt x="91063" y="51302"/>
                  <a:pt x="83671" y="51302"/>
                  <a:pt x="79120" y="55854"/>
                </a:cubicBezTo>
                <a:lnTo>
                  <a:pt x="44166" y="90808"/>
                </a:lnTo>
                <a:cubicBezTo>
                  <a:pt x="39615" y="95359"/>
                  <a:pt x="39615" y="102751"/>
                  <a:pt x="44166" y="107302"/>
                </a:cubicBezTo>
                <a:cubicBezTo>
                  <a:pt x="48717" y="111853"/>
                  <a:pt x="56109" y="111853"/>
                  <a:pt x="60660" y="107302"/>
                </a:cubicBezTo>
                <a:lnTo>
                  <a:pt x="87385" y="80577"/>
                </a:lnTo>
                <a:lnTo>
                  <a:pt x="108285" y="101476"/>
                </a:lnTo>
                <a:cubicBezTo>
                  <a:pt x="112836" y="106028"/>
                  <a:pt x="120228" y="106028"/>
                  <a:pt x="124779" y="101476"/>
                </a:cubicBezTo>
                <a:lnTo>
                  <a:pt x="171384" y="54871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66568" y="1565945"/>
            <a:ext cx="5061358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Industry Context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3541" y="1874950"/>
            <a:ext cx="1370202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Serverless Adoption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02596" y="1837782"/>
            <a:ext cx="643156" cy="29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+35%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33541" y="2210510"/>
            <a:ext cx="5266422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Year-over-year growth in enterprise serverless deployments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33541" y="2471500"/>
            <a:ext cx="5201174" cy="74569"/>
          </a:xfrm>
          <a:custGeom>
            <a:avLst/>
            <a:gdLst/>
            <a:ahLst/>
            <a:cxnLst/>
            <a:rect l="l" t="t" r="r" b="b"/>
            <a:pathLst>
              <a:path w="5201174" h="74569">
                <a:moveTo>
                  <a:pt x="37284" y="0"/>
                </a:moveTo>
                <a:lnTo>
                  <a:pt x="5163890" y="0"/>
                </a:lnTo>
                <a:cubicBezTo>
                  <a:pt x="5184482" y="0"/>
                  <a:pt x="5201174" y="16693"/>
                  <a:pt x="5201174" y="37284"/>
                </a:cubicBezTo>
                <a:lnTo>
                  <a:pt x="5201174" y="37284"/>
                </a:lnTo>
                <a:cubicBezTo>
                  <a:pt x="5201174" y="57876"/>
                  <a:pt x="5184482" y="74569"/>
                  <a:pt x="5163890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33541" y="2471500"/>
            <a:ext cx="3122569" cy="74569"/>
          </a:xfrm>
          <a:custGeom>
            <a:avLst/>
            <a:gdLst/>
            <a:ahLst/>
            <a:cxnLst/>
            <a:rect l="l" t="t" r="r" b="b"/>
            <a:pathLst>
              <a:path w="3122569" h="74569">
                <a:moveTo>
                  <a:pt x="37284" y="0"/>
                </a:moveTo>
                <a:lnTo>
                  <a:pt x="3085284" y="0"/>
                </a:lnTo>
                <a:cubicBezTo>
                  <a:pt x="3105876" y="0"/>
                  <a:pt x="3122569" y="16693"/>
                  <a:pt x="3122569" y="37284"/>
                </a:cubicBezTo>
                <a:lnTo>
                  <a:pt x="3122569" y="37284"/>
                </a:lnTo>
                <a:cubicBezTo>
                  <a:pt x="3122569" y="57876"/>
                  <a:pt x="3105876" y="74569"/>
                  <a:pt x="3085284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100000">
                <a:srgbClr val="C8A265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33541" y="2732375"/>
            <a:ext cx="1528661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Integration Demand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08624" y="2695207"/>
            <a:ext cx="540624" cy="29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33541" y="3067935"/>
            <a:ext cx="5266422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Enterprises planning AI-powered conversational interfaces by 2026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33541" y="3328926"/>
            <a:ext cx="5201174" cy="74569"/>
          </a:xfrm>
          <a:custGeom>
            <a:avLst/>
            <a:gdLst/>
            <a:ahLst/>
            <a:cxnLst/>
            <a:rect l="l" t="t" r="r" b="b"/>
            <a:pathLst>
              <a:path w="5201174" h="74569">
                <a:moveTo>
                  <a:pt x="37284" y="0"/>
                </a:moveTo>
                <a:lnTo>
                  <a:pt x="5163890" y="0"/>
                </a:lnTo>
                <a:cubicBezTo>
                  <a:pt x="5184482" y="0"/>
                  <a:pt x="5201174" y="16693"/>
                  <a:pt x="5201174" y="37284"/>
                </a:cubicBezTo>
                <a:lnTo>
                  <a:pt x="5201174" y="37284"/>
                </a:lnTo>
                <a:cubicBezTo>
                  <a:pt x="5201174" y="57876"/>
                  <a:pt x="5184482" y="74569"/>
                  <a:pt x="5163890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33541" y="3328926"/>
            <a:ext cx="4418202" cy="74569"/>
          </a:xfrm>
          <a:custGeom>
            <a:avLst/>
            <a:gdLst/>
            <a:ahLst/>
            <a:cxnLst/>
            <a:rect l="l" t="t" r="r" b="b"/>
            <a:pathLst>
              <a:path w="4418202" h="74569">
                <a:moveTo>
                  <a:pt x="37284" y="0"/>
                </a:moveTo>
                <a:lnTo>
                  <a:pt x="4380917" y="0"/>
                </a:lnTo>
                <a:cubicBezTo>
                  <a:pt x="4401509" y="0"/>
                  <a:pt x="4418202" y="16693"/>
                  <a:pt x="4418202" y="37284"/>
                </a:cubicBezTo>
                <a:lnTo>
                  <a:pt x="4418202" y="37284"/>
                </a:lnTo>
                <a:cubicBezTo>
                  <a:pt x="4418202" y="57876"/>
                  <a:pt x="4401509" y="74569"/>
                  <a:pt x="4380917" y="74569"/>
                </a:cubicBezTo>
                <a:lnTo>
                  <a:pt x="37284" y="74569"/>
                </a:lnTo>
                <a:cubicBezTo>
                  <a:pt x="16693" y="74569"/>
                  <a:pt x="0" y="57876"/>
                  <a:pt x="0" y="37284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100000">
                <a:srgbClr val="C8A265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228476" y="3839796"/>
            <a:ext cx="5592661" cy="2125211"/>
          </a:xfrm>
          <a:custGeom>
            <a:avLst/>
            <a:gdLst/>
            <a:ahLst/>
            <a:cxnLst/>
            <a:rect l="l" t="t" r="r" b="b"/>
            <a:pathLst>
              <a:path w="5592661" h="2125211">
                <a:moveTo>
                  <a:pt x="0" y="0"/>
                </a:moveTo>
                <a:lnTo>
                  <a:pt x="5592661" y="0"/>
                </a:lnTo>
                <a:lnTo>
                  <a:pt x="5592661" y="2125211"/>
                </a:lnTo>
                <a:lnTo>
                  <a:pt x="0" y="212521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228476" y="3839796"/>
            <a:ext cx="37284" cy="2125211"/>
          </a:xfrm>
          <a:custGeom>
            <a:avLst/>
            <a:gdLst/>
            <a:ahLst/>
            <a:cxnLst/>
            <a:rect l="l" t="t" r="r" b="b"/>
            <a:pathLst>
              <a:path w="37284" h="2125211">
                <a:moveTo>
                  <a:pt x="0" y="0"/>
                </a:moveTo>
                <a:lnTo>
                  <a:pt x="37284" y="0"/>
                </a:lnTo>
                <a:lnTo>
                  <a:pt x="37284" y="2125211"/>
                </a:lnTo>
                <a:lnTo>
                  <a:pt x="0" y="2125211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33541" y="4063503"/>
            <a:ext cx="233028" cy="186422"/>
          </a:xfrm>
          <a:custGeom>
            <a:avLst/>
            <a:gdLst/>
            <a:ahLst/>
            <a:cxnLst/>
            <a:rect l="l" t="t" r="r" b="b"/>
            <a:pathLst>
              <a:path w="233028" h="186422">
                <a:moveTo>
                  <a:pt x="116514" y="5826"/>
                </a:moveTo>
                <a:cubicBezTo>
                  <a:pt x="137413" y="5826"/>
                  <a:pt x="154381" y="22793"/>
                  <a:pt x="154381" y="43693"/>
                </a:cubicBezTo>
                <a:cubicBezTo>
                  <a:pt x="154381" y="64592"/>
                  <a:pt x="137413" y="81560"/>
                  <a:pt x="116514" y="81560"/>
                </a:cubicBezTo>
                <a:cubicBezTo>
                  <a:pt x="95614" y="81560"/>
                  <a:pt x="78647" y="64592"/>
                  <a:pt x="78647" y="43693"/>
                </a:cubicBezTo>
                <a:cubicBezTo>
                  <a:pt x="78647" y="22793"/>
                  <a:pt x="95614" y="5826"/>
                  <a:pt x="116514" y="5826"/>
                </a:cubicBezTo>
                <a:close/>
                <a:moveTo>
                  <a:pt x="34954" y="32041"/>
                </a:moveTo>
                <a:cubicBezTo>
                  <a:pt x="49423" y="32041"/>
                  <a:pt x="61170" y="43788"/>
                  <a:pt x="61170" y="58257"/>
                </a:cubicBezTo>
                <a:cubicBezTo>
                  <a:pt x="61170" y="72726"/>
                  <a:pt x="49423" y="84472"/>
                  <a:pt x="34954" y="84472"/>
                </a:cubicBezTo>
                <a:cubicBezTo>
                  <a:pt x="20485" y="84472"/>
                  <a:pt x="8739" y="72726"/>
                  <a:pt x="8739" y="58257"/>
                </a:cubicBezTo>
                <a:cubicBezTo>
                  <a:pt x="8739" y="43788"/>
                  <a:pt x="20485" y="32041"/>
                  <a:pt x="34954" y="32041"/>
                </a:cubicBezTo>
                <a:close/>
                <a:moveTo>
                  <a:pt x="0" y="151468"/>
                </a:moveTo>
                <a:cubicBezTo>
                  <a:pt x="0" y="125726"/>
                  <a:pt x="20863" y="104862"/>
                  <a:pt x="46606" y="104862"/>
                </a:cubicBezTo>
                <a:cubicBezTo>
                  <a:pt x="51266" y="104862"/>
                  <a:pt x="55781" y="105554"/>
                  <a:pt x="60041" y="106829"/>
                </a:cubicBezTo>
                <a:cubicBezTo>
                  <a:pt x="48062" y="120228"/>
                  <a:pt x="40780" y="137923"/>
                  <a:pt x="40780" y="157294"/>
                </a:cubicBezTo>
                <a:lnTo>
                  <a:pt x="40780" y="163119"/>
                </a:lnTo>
                <a:cubicBezTo>
                  <a:pt x="40780" y="167270"/>
                  <a:pt x="41654" y="171202"/>
                  <a:pt x="43219" y="174771"/>
                </a:cubicBezTo>
                <a:lnTo>
                  <a:pt x="11651" y="174771"/>
                </a:lnTo>
                <a:cubicBezTo>
                  <a:pt x="5207" y="174771"/>
                  <a:pt x="0" y="169564"/>
                  <a:pt x="0" y="163119"/>
                </a:cubicBezTo>
                <a:lnTo>
                  <a:pt x="0" y="151468"/>
                </a:lnTo>
                <a:close/>
                <a:moveTo>
                  <a:pt x="189808" y="174771"/>
                </a:moveTo>
                <a:cubicBezTo>
                  <a:pt x="191374" y="171202"/>
                  <a:pt x="192248" y="167270"/>
                  <a:pt x="192248" y="163119"/>
                </a:cubicBezTo>
                <a:lnTo>
                  <a:pt x="192248" y="157294"/>
                </a:lnTo>
                <a:cubicBezTo>
                  <a:pt x="192248" y="137923"/>
                  <a:pt x="184966" y="120228"/>
                  <a:pt x="172987" y="106829"/>
                </a:cubicBezTo>
                <a:cubicBezTo>
                  <a:pt x="177247" y="105554"/>
                  <a:pt x="181761" y="104862"/>
                  <a:pt x="186422" y="104862"/>
                </a:cubicBezTo>
                <a:cubicBezTo>
                  <a:pt x="212164" y="104862"/>
                  <a:pt x="233028" y="125726"/>
                  <a:pt x="233028" y="151468"/>
                </a:cubicBezTo>
                <a:lnTo>
                  <a:pt x="233028" y="163119"/>
                </a:lnTo>
                <a:cubicBezTo>
                  <a:pt x="233028" y="169564"/>
                  <a:pt x="227821" y="174771"/>
                  <a:pt x="221376" y="174771"/>
                </a:cubicBezTo>
                <a:lnTo>
                  <a:pt x="189808" y="174771"/>
                </a:lnTo>
                <a:close/>
                <a:moveTo>
                  <a:pt x="171858" y="58257"/>
                </a:moveTo>
                <a:cubicBezTo>
                  <a:pt x="171858" y="43788"/>
                  <a:pt x="183605" y="32041"/>
                  <a:pt x="198073" y="32041"/>
                </a:cubicBezTo>
                <a:cubicBezTo>
                  <a:pt x="212542" y="32041"/>
                  <a:pt x="224289" y="43788"/>
                  <a:pt x="224289" y="58257"/>
                </a:cubicBezTo>
                <a:cubicBezTo>
                  <a:pt x="224289" y="72726"/>
                  <a:pt x="212542" y="84472"/>
                  <a:pt x="198073" y="84472"/>
                </a:cubicBezTo>
                <a:cubicBezTo>
                  <a:pt x="183605" y="84472"/>
                  <a:pt x="171858" y="72726"/>
                  <a:pt x="171858" y="58257"/>
                </a:cubicBezTo>
                <a:close/>
                <a:moveTo>
                  <a:pt x="58257" y="157294"/>
                </a:moveTo>
                <a:cubicBezTo>
                  <a:pt x="58257" y="125107"/>
                  <a:pt x="84327" y="99037"/>
                  <a:pt x="116514" y="99037"/>
                </a:cubicBezTo>
                <a:cubicBezTo>
                  <a:pt x="148701" y="99037"/>
                  <a:pt x="174771" y="125107"/>
                  <a:pt x="174771" y="157294"/>
                </a:cubicBezTo>
                <a:lnTo>
                  <a:pt x="174771" y="163119"/>
                </a:lnTo>
                <a:cubicBezTo>
                  <a:pt x="174771" y="169564"/>
                  <a:pt x="169564" y="174771"/>
                  <a:pt x="163119" y="174771"/>
                </a:cubicBezTo>
                <a:lnTo>
                  <a:pt x="69908" y="174771"/>
                </a:lnTo>
                <a:cubicBezTo>
                  <a:pt x="63464" y="174771"/>
                  <a:pt x="58257" y="169564"/>
                  <a:pt x="58257" y="163119"/>
                </a:cubicBezTo>
                <a:lnTo>
                  <a:pt x="58257" y="157294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666568" y="4026218"/>
            <a:ext cx="5061358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Target Use Cases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33541" y="4399062"/>
            <a:ext cx="2544661" cy="633835"/>
          </a:xfrm>
          <a:custGeom>
            <a:avLst/>
            <a:gdLst/>
            <a:ahLst/>
            <a:cxnLst/>
            <a:rect l="l" t="t" r="r" b="b"/>
            <a:pathLst>
              <a:path w="2544661" h="633835">
                <a:moveTo>
                  <a:pt x="37282" y="0"/>
                </a:moveTo>
                <a:lnTo>
                  <a:pt x="2507378" y="0"/>
                </a:lnTo>
                <a:cubicBezTo>
                  <a:pt x="2527955" y="0"/>
                  <a:pt x="2544661" y="16706"/>
                  <a:pt x="2544661" y="37282"/>
                </a:cubicBezTo>
                <a:lnTo>
                  <a:pt x="2544661" y="596553"/>
                </a:lnTo>
                <a:cubicBezTo>
                  <a:pt x="2544661" y="617129"/>
                  <a:pt x="2527955" y="633835"/>
                  <a:pt x="2507378" y="633835"/>
                </a:cubicBezTo>
                <a:lnTo>
                  <a:pt x="37282" y="633835"/>
                </a:lnTo>
                <a:cubicBezTo>
                  <a:pt x="16706" y="633835"/>
                  <a:pt x="0" y="617129"/>
                  <a:pt x="0" y="596553"/>
                </a:cubicBezTo>
                <a:lnTo>
                  <a:pt x="0" y="37282"/>
                </a:lnTo>
                <a:cubicBezTo>
                  <a:pt x="0" y="16706"/>
                  <a:pt x="16706" y="0"/>
                  <a:pt x="3728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45394" y="4510915"/>
            <a:ext cx="2395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🤖 Personal AI Assistant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45394" y="4734622"/>
            <a:ext cx="2386202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Conversational support with memory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91103" y="4399062"/>
            <a:ext cx="2544661" cy="633835"/>
          </a:xfrm>
          <a:custGeom>
            <a:avLst/>
            <a:gdLst/>
            <a:ahLst/>
            <a:cxnLst/>
            <a:rect l="l" t="t" r="r" b="b"/>
            <a:pathLst>
              <a:path w="2544661" h="633835">
                <a:moveTo>
                  <a:pt x="37282" y="0"/>
                </a:moveTo>
                <a:lnTo>
                  <a:pt x="2507378" y="0"/>
                </a:lnTo>
                <a:cubicBezTo>
                  <a:pt x="2527955" y="0"/>
                  <a:pt x="2544661" y="16706"/>
                  <a:pt x="2544661" y="37282"/>
                </a:cubicBezTo>
                <a:lnTo>
                  <a:pt x="2544661" y="596553"/>
                </a:lnTo>
                <a:cubicBezTo>
                  <a:pt x="2544661" y="617129"/>
                  <a:pt x="2527955" y="633835"/>
                  <a:pt x="2507378" y="633835"/>
                </a:cubicBezTo>
                <a:lnTo>
                  <a:pt x="37282" y="633835"/>
                </a:lnTo>
                <a:cubicBezTo>
                  <a:pt x="16706" y="633835"/>
                  <a:pt x="0" y="617129"/>
                  <a:pt x="0" y="596553"/>
                </a:cubicBezTo>
                <a:lnTo>
                  <a:pt x="0" y="37282"/>
                </a:lnTo>
                <a:cubicBezTo>
                  <a:pt x="0" y="16706"/>
                  <a:pt x="16706" y="0"/>
                  <a:pt x="3728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202956" y="4510915"/>
            <a:ext cx="2395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💾 File Management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02956" y="4734622"/>
            <a:ext cx="2386202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Cloud storage with organization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33541" y="5144750"/>
            <a:ext cx="2544661" cy="633835"/>
          </a:xfrm>
          <a:custGeom>
            <a:avLst/>
            <a:gdLst/>
            <a:ahLst/>
            <a:cxnLst/>
            <a:rect l="l" t="t" r="r" b="b"/>
            <a:pathLst>
              <a:path w="2544661" h="633835">
                <a:moveTo>
                  <a:pt x="37282" y="0"/>
                </a:moveTo>
                <a:lnTo>
                  <a:pt x="2507378" y="0"/>
                </a:lnTo>
                <a:cubicBezTo>
                  <a:pt x="2527955" y="0"/>
                  <a:pt x="2544661" y="16706"/>
                  <a:pt x="2544661" y="37282"/>
                </a:cubicBezTo>
                <a:lnTo>
                  <a:pt x="2544661" y="596553"/>
                </a:lnTo>
                <a:cubicBezTo>
                  <a:pt x="2544661" y="617129"/>
                  <a:pt x="2527955" y="633835"/>
                  <a:pt x="2507378" y="633835"/>
                </a:cubicBezTo>
                <a:lnTo>
                  <a:pt x="37282" y="633835"/>
                </a:lnTo>
                <a:cubicBezTo>
                  <a:pt x="16706" y="633835"/>
                  <a:pt x="0" y="617129"/>
                  <a:pt x="0" y="596553"/>
                </a:cubicBezTo>
                <a:lnTo>
                  <a:pt x="0" y="37282"/>
                </a:lnTo>
                <a:cubicBezTo>
                  <a:pt x="0" y="16706"/>
                  <a:pt x="16706" y="0"/>
                  <a:pt x="3728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545394" y="5256603"/>
            <a:ext cx="2395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📝 Note-Taking System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45394" y="5480310"/>
            <a:ext cx="2386202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CRUD operations with search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91103" y="5144750"/>
            <a:ext cx="2544661" cy="633835"/>
          </a:xfrm>
          <a:custGeom>
            <a:avLst/>
            <a:gdLst/>
            <a:ahLst/>
            <a:cxnLst/>
            <a:rect l="l" t="t" r="r" b="b"/>
            <a:pathLst>
              <a:path w="2544661" h="633835">
                <a:moveTo>
                  <a:pt x="37282" y="0"/>
                </a:moveTo>
                <a:lnTo>
                  <a:pt x="2507378" y="0"/>
                </a:lnTo>
                <a:cubicBezTo>
                  <a:pt x="2527955" y="0"/>
                  <a:pt x="2544661" y="16706"/>
                  <a:pt x="2544661" y="37282"/>
                </a:cubicBezTo>
                <a:lnTo>
                  <a:pt x="2544661" y="596553"/>
                </a:lnTo>
                <a:cubicBezTo>
                  <a:pt x="2544661" y="617129"/>
                  <a:pt x="2527955" y="633835"/>
                  <a:pt x="2507378" y="633835"/>
                </a:cubicBezTo>
                <a:lnTo>
                  <a:pt x="37282" y="633835"/>
                </a:lnTo>
                <a:cubicBezTo>
                  <a:pt x="16706" y="633835"/>
                  <a:pt x="0" y="617129"/>
                  <a:pt x="0" y="596553"/>
                </a:cubicBezTo>
                <a:lnTo>
                  <a:pt x="0" y="37282"/>
                </a:lnTo>
                <a:cubicBezTo>
                  <a:pt x="0" y="16706"/>
                  <a:pt x="16706" y="0"/>
                  <a:pt x="3728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9202956" y="5256603"/>
            <a:ext cx="2395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📊 Analytics Dashboard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202956" y="5480310"/>
            <a:ext cx="2386202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Usage statistics and insights</a:t>
            </a:r>
            <a:endParaRPr lang="en-US" sz="1600" dirty="0"/>
          </a:p>
        </p:txBody>
      </p:sp>
      <p:sp>
        <p:nvSpPr>
          <p:cNvPr id="58" name="Shape 20"/>
          <p:cNvSpPr/>
          <p:nvPr/>
        </p:nvSpPr>
        <p:spPr>
          <a:xfrm>
            <a:off x="6228476" y="1379524"/>
            <a:ext cx="5592661" cy="2263154"/>
          </a:xfrm>
          <a:custGeom>
            <a:avLst/>
            <a:gdLst/>
            <a:ahLst/>
            <a:cxnLst/>
            <a:rect l="l" t="t" r="r" b="b"/>
            <a:pathLst>
              <a:path w="5592661" h="3206459">
                <a:moveTo>
                  <a:pt x="0" y="0"/>
                </a:moveTo>
                <a:lnTo>
                  <a:pt x="5592661" y="0"/>
                </a:lnTo>
                <a:lnTo>
                  <a:pt x="5592661" y="3206459"/>
                </a:lnTo>
                <a:lnTo>
                  <a:pt x="0" y="3206459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361BBFB-AECC-A8C7-A4C7-35C3CBB6EC07}"/>
              </a:ext>
            </a:extLst>
          </p:cNvPr>
          <p:cNvSpPr/>
          <p:nvPr/>
        </p:nvSpPr>
        <p:spPr>
          <a:xfrm>
            <a:off x="5140255" y="4469962"/>
            <a:ext cx="2093274" cy="383213"/>
          </a:xfrm>
          <a:prstGeom prst="roundRect">
            <a:avLst/>
          </a:prstGeom>
          <a:solidFill>
            <a:srgbClr val="4A6C8C">
              <a:alpha val="30196"/>
            </a:srgbClr>
          </a:solidFill>
          <a:ln w="1016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46598" y="1662240"/>
            <a:ext cx="11191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Complete Data Flow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2568" y="2077819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15454" y="221307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4465"/>
                </a:moveTo>
                <a:cubicBezTo>
                  <a:pt x="66484" y="4465"/>
                  <a:pt x="4465" y="66484"/>
                  <a:pt x="4465" y="142875"/>
                </a:cubicBezTo>
                <a:cubicBezTo>
                  <a:pt x="4465" y="219266"/>
                  <a:pt x="66484" y="281285"/>
                  <a:pt x="142875" y="281285"/>
                </a:cubicBezTo>
                <a:cubicBezTo>
                  <a:pt x="219266" y="281285"/>
                  <a:pt x="281285" y="219266"/>
                  <a:pt x="281285" y="142875"/>
                </a:cubicBezTo>
                <a:cubicBezTo>
                  <a:pt x="281285" y="66484"/>
                  <a:pt x="219266" y="4465"/>
                  <a:pt x="142875" y="4465"/>
                </a:cubicBezTo>
                <a:close/>
                <a:moveTo>
                  <a:pt x="207057" y="98617"/>
                </a:moveTo>
                <a:cubicBezTo>
                  <a:pt x="204992" y="120495"/>
                  <a:pt x="195951" y="173627"/>
                  <a:pt x="191374" y="198127"/>
                </a:cubicBezTo>
                <a:cubicBezTo>
                  <a:pt x="189421" y="208508"/>
                  <a:pt x="185626" y="211968"/>
                  <a:pt x="181942" y="212303"/>
                </a:cubicBezTo>
                <a:cubicBezTo>
                  <a:pt x="173906" y="213029"/>
                  <a:pt x="167822" y="207001"/>
                  <a:pt x="160009" y="201867"/>
                </a:cubicBezTo>
                <a:cubicBezTo>
                  <a:pt x="147842" y="193886"/>
                  <a:pt x="140922" y="188919"/>
                  <a:pt x="129146" y="181105"/>
                </a:cubicBezTo>
                <a:cubicBezTo>
                  <a:pt x="115472" y="172120"/>
                  <a:pt x="124346" y="167153"/>
                  <a:pt x="132104" y="159060"/>
                </a:cubicBezTo>
                <a:cubicBezTo>
                  <a:pt x="134169" y="156939"/>
                  <a:pt x="169552" y="124737"/>
                  <a:pt x="170222" y="121834"/>
                </a:cubicBezTo>
                <a:cubicBezTo>
                  <a:pt x="170334" y="121444"/>
                  <a:pt x="170390" y="120104"/>
                  <a:pt x="169552" y="119379"/>
                </a:cubicBezTo>
                <a:cubicBezTo>
                  <a:pt x="168715" y="118653"/>
                  <a:pt x="167543" y="118932"/>
                  <a:pt x="166706" y="119100"/>
                </a:cubicBezTo>
                <a:cubicBezTo>
                  <a:pt x="165478" y="119379"/>
                  <a:pt x="146000" y="132215"/>
                  <a:pt x="108328" y="157665"/>
                </a:cubicBezTo>
                <a:cubicBezTo>
                  <a:pt x="102803" y="161460"/>
                  <a:pt x="97780" y="163302"/>
                  <a:pt x="93315" y="163190"/>
                </a:cubicBezTo>
                <a:cubicBezTo>
                  <a:pt x="88348" y="163078"/>
                  <a:pt x="78860" y="160400"/>
                  <a:pt x="71772" y="158111"/>
                </a:cubicBezTo>
                <a:cubicBezTo>
                  <a:pt x="63122" y="155321"/>
                  <a:pt x="56201" y="153814"/>
                  <a:pt x="56815" y="149014"/>
                </a:cubicBezTo>
                <a:cubicBezTo>
                  <a:pt x="57150" y="146503"/>
                  <a:pt x="60554" y="143991"/>
                  <a:pt x="67084" y="141368"/>
                </a:cubicBezTo>
                <a:cubicBezTo>
                  <a:pt x="107435" y="123788"/>
                  <a:pt x="134336" y="112179"/>
                  <a:pt x="147786" y="106598"/>
                </a:cubicBezTo>
                <a:cubicBezTo>
                  <a:pt x="186240" y="90636"/>
                  <a:pt x="194221" y="87846"/>
                  <a:pt x="199411" y="87734"/>
                </a:cubicBezTo>
                <a:cubicBezTo>
                  <a:pt x="200583" y="87734"/>
                  <a:pt x="203095" y="88013"/>
                  <a:pt x="204769" y="89353"/>
                </a:cubicBezTo>
                <a:cubicBezTo>
                  <a:pt x="205885" y="90301"/>
                  <a:pt x="206555" y="91641"/>
                  <a:pt x="206722" y="93092"/>
                </a:cubicBezTo>
                <a:cubicBezTo>
                  <a:pt x="207001" y="94878"/>
                  <a:pt x="207057" y="96720"/>
                  <a:pt x="206946" y="98561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9240" y="2536924"/>
            <a:ext cx="7143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Telegram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3391" y="2908399"/>
            <a:ext cx="9048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Messages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Webhook Events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65135" y="224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67134" y="25146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HTTPS POST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97419" y="2048896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30305" y="218415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54807" y="2508001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80975" y="2879476"/>
            <a:ext cx="9810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REST Endpoint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79128" y="22140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53624" y="2480755"/>
            <a:ext cx="7334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JSON Payload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31391" y="2037284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C8A265">
              <a:alpha val="30196"/>
            </a:srgbClr>
          </a:solidFill>
          <a:ln w="20320">
            <a:solidFill>
              <a:srgbClr val="C8A2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28558" y="2172539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00682" y="113295"/>
                </a:moveTo>
                <a:cubicBezTo>
                  <a:pt x="100292" y="125909"/>
                  <a:pt x="106598" y="131545"/>
                  <a:pt x="106766" y="135062"/>
                </a:cubicBezTo>
                <a:cubicBezTo>
                  <a:pt x="106710" y="135787"/>
                  <a:pt x="106431" y="136457"/>
                  <a:pt x="106040" y="137071"/>
                </a:cubicBezTo>
                <a:cubicBezTo>
                  <a:pt x="105649" y="137685"/>
                  <a:pt x="105091" y="138187"/>
                  <a:pt x="104477" y="138522"/>
                </a:cubicBezTo>
                <a:lnTo>
                  <a:pt x="97334" y="143545"/>
                </a:lnTo>
                <a:cubicBezTo>
                  <a:pt x="96385" y="144214"/>
                  <a:pt x="95324" y="144549"/>
                  <a:pt x="94208" y="144605"/>
                </a:cubicBezTo>
                <a:cubicBezTo>
                  <a:pt x="93985" y="144605"/>
                  <a:pt x="89632" y="145610"/>
                  <a:pt x="82767" y="130318"/>
                </a:cubicBezTo>
                <a:cubicBezTo>
                  <a:pt x="78581" y="135564"/>
                  <a:pt x="73279" y="139750"/>
                  <a:pt x="67196" y="142596"/>
                </a:cubicBezTo>
                <a:cubicBezTo>
                  <a:pt x="61113" y="145442"/>
                  <a:pt x="54527" y="146893"/>
                  <a:pt x="47830" y="146782"/>
                </a:cubicBezTo>
                <a:cubicBezTo>
                  <a:pt x="38733" y="147284"/>
                  <a:pt x="14120" y="141647"/>
                  <a:pt x="15404" y="115416"/>
                </a:cubicBezTo>
                <a:cubicBezTo>
                  <a:pt x="14511" y="94041"/>
                  <a:pt x="34435" y="80758"/>
                  <a:pt x="54973" y="81930"/>
                </a:cubicBezTo>
                <a:cubicBezTo>
                  <a:pt x="58936" y="81930"/>
                  <a:pt x="67028" y="82153"/>
                  <a:pt x="81204" y="85446"/>
                </a:cubicBezTo>
                <a:lnTo>
                  <a:pt x="81204" y="76740"/>
                </a:lnTo>
                <a:cubicBezTo>
                  <a:pt x="82711" y="61950"/>
                  <a:pt x="73000" y="50509"/>
                  <a:pt x="56201" y="52239"/>
                </a:cubicBezTo>
                <a:cubicBezTo>
                  <a:pt x="54862" y="52239"/>
                  <a:pt x="45374" y="51960"/>
                  <a:pt x="30640" y="57876"/>
                </a:cubicBezTo>
                <a:cubicBezTo>
                  <a:pt x="26510" y="59773"/>
                  <a:pt x="26008" y="59438"/>
                  <a:pt x="24612" y="59438"/>
                </a:cubicBezTo>
                <a:cubicBezTo>
                  <a:pt x="20482" y="59438"/>
                  <a:pt x="22157" y="47439"/>
                  <a:pt x="22994" y="45932"/>
                </a:cubicBezTo>
                <a:cubicBezTo>
                  <a:pt x="25896" y="42360"/>
                  <a:pt x="43030" y="35663"/>
                  <a:pt x="59773" y="35775"/>
                </a:cubicBezTo>
                <a:cubicBezTo>
                  <a:pt x="70991" y="34770"/>
                  <a:pt x="82153" y="38230"/>
                  <a:pt x="90860" y="45430"/>
                </a:cubicBezTo>
                <a:cubicBezTo>
                  <a:pt x="94376" y="49392"/>
                  <a:pt x="97110" y="54025"/>
                  <a:pt x="98785" y="59048"/>
                </a:cubicBezTo>
                <a:cubicBezTo>
                  <a:pt x="100459" y="64071"/>
                  <a:pt x="101129" y="69373"/>
                  <a:pt x="100738" y="74675"/>
                </a:cubicBezTo>
                <a:lnTo>
                  <a:pt x="100738" y="113351"/>
                </a:lnTo>
                <a:close/>
                <a:moveTo>
                  <a:pt x="52462" y="131378"/>
                </a:moveTo>
                <a:cubicBezTo>
                  <a:pt x="70545" y="131099"/>
                  <a:pt x="78246" y="120216"/>
                  <a:pt x="79977" y="114356"/>
                </a:cubicBezTo>
                <a:cubicBezTo>
                  <a:pt x="81372" y="108719"/>
                  <a:pt x="81149" y="105203"/>
                  <a:pt x="81149" y="99064"/>
                </a:cubicBezTo>
                <a:cubicBezTo>
                  <a:pt x="75735" y="97780"/>
                  <a:pt x="67977" y="96329"/>
                  <a:pt x="59048" y="96329"/>
                </a:cubicBezTo>
                <a:cubicBezTo>
                  <a:pt x="50564" y="95715"/>
                  <a:pt x="35161" y="99454"/>
                  <a:pt x="35775" y="114356"/>
                </a:cubicBezTo>
                <a:cubicBezTo>
                  <a:pt x="35105" y="123732"/>
                  <a:pt x="41970" y="131880"/>
                  <a:pt x="52518" y="131378"/>
                </a:cubicBezTo>
                <a:close/>
                <a:moveTo>
                  <a:pt x="147842" y="144270"/>
                </a:moveTo>
                <a:cubicBezTo>
                  <a:pt x="143433" y="144661"/>
                  <a:pt x="141424" y="141536"/>
                  <a:pt x="140754" y="138466"/>
                </a:cubicBezTo>
                <a:lnTo>
                  <a:pt x="112961" y="46546"/>
                </a:lnTo>
                <a:cubicBezTo>
                  <a:pt x="112402" y="44983"/>
                  <a:pt x="112068" y="43421"/>
                  <a:pt x="111900" y="41746"/>
                </a:cubicBezTo>
                <a:cubicBezTo>
                  <a:pt x="111789" y="41077"/>
                  <a:pt x="111956" y="40407"/>
                  <a:pt x="112347" y="39849"/>
                </a:cubicBezTo>
                <a:cubicBezTo>
                  <a:pt x="112737" y="39291"/>
                  <a:pt x="113351" y="38956"/>
                  <a:pt x="114021" y="38844"/>
                </a:cubicBezTo>
                <a:cubicBezTo>
                  <a:pt x="114133" y="38844"/>
                  <a:pt x="112849" y="38844"/>
                  <a:pt x="126411" y="38844"/>
                </a:cubicBezTo>
                <a:cubicBezTo>
                  <a:pt x="131322" y="38342"/>
                  <a:pt x="132885" y="42193"/>
                  <a:pt x="133443" y="44648"/>
                </a:cubicBezTo>
                <a:lnTo>
                  <a:pt x="153423" y="123230"/>
                </a:lnTo>
                <a:lnTo>
                  <a:pt x="171952" y="44648"/>
                </a:lnTo>
                <a:cubicBezTo>
                  <a:pt x="172231" y="42863"/>
                  <a:pt x="173571" y="38453"/>
                  <a:pt x="179096" y="38956"/>
                </a:cubicBezTo>
                <a:lnTo>
                  <a:pt x="188695" y="38956"/>
                </a:lnTo>
                <a:cubicBezTo>
                  <a:pt x="189923" y="38844"/>
                  <a:pt x="194890" y="38677"/>
                  <a:pt x="195783" y="44760"/>
                </a:cubicBezTo>
                <a:lnTo>
                  <a:pt x="214368" y="124290"/>
                </a:lnTo>
                <a:lnTo>
                  <a:pt x="234962" y="44704"/>
                </a:lnTo>
                <a:cubicBezTo>
                  <a:pt x="235241" y="43476"/>
                  <a:pt x="236469" y="38342"/>
                  <a:pt x="242050" y="38900"/>
                </a:cubicBezTo>
                <a:lnTo>
                  <a:pt x="253045" y="38900"/>
                </a:lnTo>
                <a:cubicBezTo>
                  <a:pt x="253547" y="38844"/>
                  <a:pt x="256505" y="38453"/>
                  <a:pt x="256003" y="43700"/>
                </a:cubicBezTo>
                <a:cubicBezTo>
                  <a:pt x="255780" y="44704"/>
                  <a:pt x="257901" y="37728"/>
                  <a:pt x="226535" y="138522"/>
                </a:cubicBezTo>
                <a:cubicBezTo>
                  <a:pt x="225921" y="141591"/>
                  <a:pt x="223856" y="144717"/>
                  <a:pt x="219447" y="144326"/>
                </a:cubicBezTo>
                <a:lnTo>
                  <a:pt x="209010" y="144326"/>
                </a:lnTo>
                <a:cubicBezTo>
                  <a:pt x="202927" y="144996"/>
                  <a:pt x="202034" y="138912"/>
                  <a:pt x="201923" y="138354"/>
                </a:cubicBezTo>
                <a:lnTo>
                  <a:pt x="183393" y="61838"/>
                </a:lnTo>
                <a:lnTo>
                  <a:pt x="165088" y="138299"/>
                </a:lnTo>
                <a:cubicBezTo>
                  <a:pt x="164976" y="138912"/>
                  <a:pt x="164139" y="144940"/>
                  <a:pt x="158000" y="144270"/>
                </a:cubicBezTo>
                <a:lnTo>
                  <a:pt x="147786" y="144270"/>
                </a:lnTo>
                <a:lnTo>
                  <a:pt x="147786" y="144270"/>
                </a:lnTo>
                <a:close/>
                <a:moveTo>
                  <a:pt x="300484" y="147396"/>
                </a:moveTo>
                <a:cubicBezTo>
                  <a:pt x="297191" y="147396"/>
                  <a:pt x="281564" y="147228"/>
                  <a:pt x="268449" y="140531"/>
                </a:cubicBezTo>
                <a:cubicBezTo>
                  <a:pt x="267165" y="139973"/>
                  <a:pt x="266049" y="139080"/>
                  <a:pt x="265268" y="137852"/>
                </a:cubicBezTo>
                <a:cubicBezTo>
                  <a:pt x="264486" y="136624"/>
                  <a:pt x="264096" y="135285"/>
                  <a:pt x="264096" y="133890"/>
                </a:cubicBezTo>
                <a:lnTo>
                  <a:pt x="264096" y="127918"/>
                </a:lnTo>
                <a:cubicBezTo>
                  <a:pt x="264096" y="123174"/>
                  <a:pt x="267556" y="124067"/>
                  <a:pt x="269007" y="124625"/>
                </a:cubicBezTo>
                <a:cubicBezTo>
                  <a:pt x="274588" y="126913"/>
                  <a:pt x="278216" y="128588"/>
                  <a:pt x="285080" y="129983"/>
                </a:cubicBezTo>
                <a:cubicBezTo>
                  <a:pt x="305563" y="134169"/>
                  <a:pt x="314548" y="128699"/>
                  <a:pt x="316725" y="127471"/>
                </a:cubicBezTo>
                <a:cubicBezTo>
                  <a:pt x="324092" y="123118"/>
                  <a:pt x="324650" y="113128"/>
                  <a:pt x="319683" y="107993"/>
                </a:cubicBezTo>
                <a:cubicBezTo>
                  <a:pt x="313823" y="103082"/>
                  <a:pt x="311032" y="102915"/>
                  <a:pt x="290047" y="96273"/>
                </a:cubicBezTo>
                <a:cubicBezTo>
                  <a:pt x="287480" y="95548"/>
                  <a:pt x="265658" y="88683"/>
                  <a:pt x="265602" y="67028"/>
                </a:cubicBezTo>
                <a:cubicBezTo>
                  <a:pt x="265268" y="51290"/>
                  <a:pt x="279555" y="35663"/>
                  <a:pt x="304391" y="35775"/>
                </a:cubicBezTo>
                <a:cubicBezTo>
                  <a:pt x="311479" y="35775"/>
                  <a:pt x="330287" y="38063"/>
                  <a:pt x="335421" y="44481"/>
                </a:cubicBezTo>
                <a:cubicBezTo>
                  <a:pt x="336203" y="45653"/>
                  <a:pt x="336538" y="47048"/>
                  <a:pt x="336482" y="48388"/>
                </a:cubicBezTo>
                <a:lnTo>
                  <a:pt x="336482" y="54025"/>
                </a:lnTo>
                <a:cubicBezTo>
                  <a:pt x="336482" y="56480"/>
                  <a:pt x="335589" y="57764"/>
                  <a:pt x="333747" y="57764"/>
                </a:cubicBezTo>
                <a:cubicBezTo>
                  <a:pt x="329450" y="57262"/>
                  <a:pt x="321804" y="51513"/>
                  <a:pt x="306288" y="51736"/>
                </a:cubicBezTo>
                <a:cubicBezTo>
                  <a:pt x="302437" y="51513"/>
                  <a:pt x="284020" y="52239"/>
                  <a:pt x="284857" y="65689"/>
                </a:cubicBezTo>
                <a:cubicBezTo>
                  <a:pt x="284634" y="76293"/>
                  <a:pt x="299703" y="80256"/>
                  <a:pt x="301433" y="80702"/>
                </a:cubicBezTo>
                <a:cubicBezTo>
                  <a:pt x="321804" y="86841"/>
                  <a:pt x="328557" y="87846"/>
                  <a:pt x="336649" y="97222"/>
                </a:cubicBezTo>
                <a:cubicBezTo>
                  <a:pt x="346193" y="109612"/>
                  <a:pt x="341058" y="124178"/>
                  <a:pt x="339049" y="128141"/>
                </a:cubicBezTo>
                <a:cubicBezTo>
                  <a:pt x="328389" y="149070"/>
                  <a:pt x="300875" y="147340"/>
                  <a:pt x="300372" y="147340"/>
                </a:cubicBezTo>
                <a:close/>
                <a:moveTo>
                  <a:pt x="322920" y="205941"/>
                </a:moveTo>
                <a:cubicBezTo>
                  <a:pt x="283852" y="234795"/>
                  <a:pt x="227093" y="250143"/>
                  <a:pt x="178650" y="250143"/>
                </a:cubicBezTo>
                <a:cubicBezTo>
                  <a:pt x="113295" y="250589"/>
                  <a:pt x="50118" y="226535"/>
                  <a:pt x="1563" y="182780"/>
                </a:cubicBezTo>
                <a:cubicBezTo>
                  <a:pt x="-2065" y="179487"/>
                  <a:pt x="1116" y="174966"/>
                  <a:pt x="5581" y="177478"/>
                </a:cubicBezTo>
                <a:cubicBezTo>
                  <a:pt x="59438" y="208285"/>
                  <a:pt x="120383" y="224470"/>
                  <a:pt x="182445" y="224414"/>
                </a:cubicBezTo>
                <a:cubicBezTo>
                  <a:pt x="228767" y="224191"/>
                  <a:pt x="274588" y="214759"/>
                  <a:pt x="317283" y="196788"/>
                </a:cubicBezTo>
                <a:cubicBezTo>
                  <a:pt x="323869" y="193997"/>
                  <a:pt x="329450" y="201141"/>
                  <a:pt x="322920" y="205941"/>
                </a:cubicBezTo>
                <a:close/>
                <a:moveTo>
                  <a:pt x="339217" y="187356"/>
                </a:moveTo>
                <a:cubicBezTo>
                  <a:pt x="334194" y="180938"/>
                  <a:pt x="306121" y="184342"/>
                  <a:pt x="293563" y="185849"/>
                </a:cubicBezTo>
                <a:cubicBezTo>
                  <a:pt x="289768" y="186296"/>
                  <a:pt x="289154" y="183003"/>
                  <a:pt x="292559" y="180547"/>
                </a:cubicBezTo>
                <a:cubicBezTo>
                  <a:pt x="314939" y="164809"/>
                  <a:pt x="351662" y="169329"/>
                  <a:pt x="355848" y="174631"/>
                </a:cubicBezTo>
                <a:cubicBezTo>
                  <a:pt x="360034" y="179933"/>
                  <a:pt x="354676" y="216712"/>
                  <a:pt x="333747" y="234293"/>
                </a:cubicBezTo>
                <a:cubicBezTo>
                  <a:pt x="330510" y="237027"/>
                  <a:pt x="327440" y="235576"/>
                  <a:pt x="328892" y="232004"/>
                </a:cubicBezTo>
                <a:cubicBezTo>
                  <a:pt x="333580" y="220117"/>
                  <a:pt x="344184" y="193774"/>
                  <a:pt x="339161" y="18735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761275" y="2496389"/>
            <a:ext cx="7429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98780" y="2867864"/>
            <a:ext cx="60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3.12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 Logic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32473" y="226654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32698" y="2533246"/>
            <a:ext cx="485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API Calls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736056" y="216733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22244" y="2491185"/>
            <a:ext cx="438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Groq AI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33412" y="286266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LLM Inference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300+ TPS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2563" y="3451350"/>
            <a:ext cx="685800" cy="524918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76202" y="0"/>
                </a:moveTo>
                <a:lnTo>
                  <a:pt x="445768" y="0"/>
                </a:lnTo>
                <a:cubicBezTo>
                  <a:pt x="487853" y="0"/>
                  <a:pt x="521970" y="34117"/>
                  <a:pt x="521970" y="76202"/>
                </a:cubicBezTo>
                <a:lnTo>
                  <a:pt x="521970" y="445768"/>
                </a:lnTo>
                <a:cubicBezTo>
                  <a:pt x="521970" y="487853"/>
                  <a:pt x="487853" y="521970"/>
                  <a:pt x="445768" y="521970"/>
                </a:cubicBezTo>
                <a:lnTo>
                  <a:pt x="76202" y="521970"/>
                </a:lnTo>
                <a:cubicBezTo>
                  <a:pt x="34117" y="521970"/>
                  <a:pt x="0" y="487853"/>
                  <a:pt x="0" y="44576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107114" y="353355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09238" y="3795809"/>
            <a:ext cx="6191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DynamoDB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42563" y="4056405"/>
            <a:ext cx="8096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NoSQL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31640" y="4087620"/>
            <a:ext cx="628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42453" y="3427532"/>
            <a:ext cx="662344" cy="555399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76202" y="0"/>
                </a:moveTo>
                <a:lnTo>
                  <a:pt x="445768" y="0"/>
                </a:lnTo>
                <a:cubicBezTo>
                  <a:pt x="487853" y="0"/>
                  <a:pt x="521970" y="34117"/>
                  <a:pt x="521970" y="76202"/>
                </a:cubicBezTo>
                <a:lnTo>
                  <a:pt x="521970" y="445768"/>
                </a:lnTo>
                <a:cubicBezTo>
                  <a:pt x="521970" y="487853"/>
                  <a:pt x="487853" y="521970"/>
                  <a:pt x="445768" y="521970"/>
                </a:cubicBezTo>
                <a:lnTo>
                  <a:pt x="76202" y="521970"/>
                </a:lnTo>
                <a:cubicBezTo>
                  <a:pt x="34117" y="521970"/>
                  <a:pt x="0" y="487853"/>
                  <a:pt x="0" y="44576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878038" y="35189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675597" y="3766810"/>
            <a:ext cx="671830" cy="1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0035" y="4059132"/>
            <a:ext cx="590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5705" y="5243000"/>
            <a:ext cx="2724150" cy="1181100"/>
          </a:xfrm>
          <a:custGeom>
            <a:avLst/>
            <a:gdLst/>
            <a:ahLst/>
            <a:cxnLst/>
            <a:rect l="l" t="t" r="r" b="b"/>
            <a:pathLst>
              <a:path w="2724150" h="1181100">
                <a:moveTo>
                  <a:pt x="0" y="0"/>
                </a:moveTo>
                <a:lnTo>
                  <a:pt x="2724150" y="0"/>
                </a:lnTo>
                <a:lnTo>
                  <a:pt x="27241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35705" y="52430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5730" y="5433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73855" y="5395400"/>
            <a:ext cx="962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7155" y="5700200"/>
            <a:ext cx="24669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Webhook triggers Lambda on each message, enabling real-time responses without polling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1305" y="5243000"/>
            <a:ext cx="2724150" cy="1181100"/>
          </a:xfrm>
          <a:custGeom>
            <a:avLst/>
            <a:gdLst/>
            <a:ahLst/>
            <a:cxnLst/>
            <a:rect l="l" t="t" r="r" b="b"/>
            <a:pathLst>
              <a:path w="2724150" h="1181100">
                <a:moveTo>
                  <a:pt x="0" y="0"/>
                </a:moveTo>
                <a:lnTo>
                  <a:pt x="2724150" y="0"/>
                </a:lnTo>
                <a:lnTo>
                  <a:pt x="27241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331305" y="52430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531330" y="5433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769455" y="539540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502755" y="5700200"/>
            <a:ext cx="24669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Lambda automatically scales from 0 to thousands of concurrent executions based on demand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26905" y="5243000"/>
            <a:ext cx="2724150" cy="1181100"/>
          </a:xfrm>
          <a:custGeom>
            <a:avLst/>
            <a:gdLst/>
            <a:ahLst/>
            <a:cxnLst/>
            <a:rect l="l" t="t" r="r" b="b"/>
            <a:pathLst>
              <a:path w="2724150" h="1181100">
                <a:moveTo>
                  <a:pt x="0" y="0"/>
                </a:moveTo>
                <a:lnTo>
                  <a:pt x="2724150" y="0"/>
                </a:lnTo>
                <a:lnTo>
                  <a:pt x="27241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226905" y="52430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45980" y="54335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665055" y="5395400"/>
            <a:ext cx="1057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98355" y="5700200"/>
            <a:ext cx="24669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Pay-per-request model eliminates idle costs, with free tier covering development workloads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122505" y="5243000"/>
            <a:ext cx="2724150" cy="1181100"/>
          </a:xfrm>
          <a:custGeom>
            <a:avLst/>
            <a:gdLst/>
            <a:ahLst/>
            <a:cxnLst/>
            <a:rect l="l" t="t" r="r" b="b"/>
            <a:pathLst>
              <a:path w="2724150" h="1181100">
                <a:moveTo>
                  <a:pt x="0" y="0"/>
                </a:moveTo>
                <a:lnTo>
                  <a:pt x="2724150" y="0"/>
                </a:lnTo>
                <a:lnTo>
                  <a:pt x="27241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122505" y="52430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313005" y="543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560655" y="5395400"/>
            <a:ext cx="1247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93955" y="5700200"/>
            <a:ext cx="24669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IAM least-privilege policies, encrypted storage, and environment-based secrets management</a:t>
            </a:r>
            <a:endParaRPr lang="en-US" sz="1600" dirty="0"/>
          </a:p>
        </p:txBody>
      </p:sp>
      <p:sp>
        <p:nvSpPr>
          <p:cNvPr id="66" name="Shape 23"/>
          <p:cNvSpPr/>
          <p:nvPr/>
        </p:nvSpPr>
        <p:spPr>
          <a:xfrm>
            <a:off x="10864836" y="2044145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C8A265">
              <a:alpha val="30196"/>
            </a:srgbClr>
          </a:solidFill>
          <a:ln w="20320">
            <a:solidFill>
              <a:srgbClr val="C8A2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25"/>
          <p:cNvSpPr/>
          <p:nvPr/>
        </p:nvSpPr>
        <p:spPr>
          <a:xfrm>
            <a:off x="10889004" y="2503250"/>
            <a:ext cx="702319" cy="1823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 Response</a:t>
            </a:r>
            <a:endParaRPr lang="en-US" sz="1600" dirty="0"/>
          </a:p>
        </p:txBody>
      </p:sp>
      <p:sp>
        <p:nvSpPr>
          <p:cNvPr id="69" name="Text 26"/>
          <p:cNvSpPr/>
          <p:nvPr/>
        </p:nvSpPr>
        <p:spPr>
          <a:xfrm>
            <a:off x="10859359" y="2874725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Telegram Bot</a:t>
            </a:r>
            <a:endParaRPr lang="en-US" sz="1600" dirty="0"/>
          </a:p>
        </p:txBody>
      </p:sp>
      <p:sp>
        <p:nvSpPr>
          <p:cNvPr id="70" name="Shape 21"/>
          <p:cNvSpPr/>
          <p:nvPr/>
        </p:nvSpPr>
        <p:spPr>
          <a:xfrm>
            <a:off x="9933082" y="225215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71" name="Text 22"/>
          <p:cNvSpPr/>
          <p:nvPr/>
        </p:nvSpPr>
        <p:spPr>
          <a:xfrm>
            <a:off x="9833307" y="2518855"/>
            <a:ext cx="485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Response</a:t>
            </a:r>
            <a:endParaRPr lang="en-US" sz="1600" dirty="0"/>
          </a:p>
        </p:txBody>
      </p:sp>
      <p:sp>
        <p:nvSpPr>
          <p:cNvPr id="73" name="Shape 6"/>
          <p:cNvSpPr/>
          <p:nvPr/>
        </p:nvSpPr>
        <p:spPr>
          <a:xfrm>
            <a:off x="11096293" y="217253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4465"/>
                </a:moveTo>
                <a:cubicBezTo>
                  <a:pt x="66484" y="4465"/>
                  <a:pt x="4465" y="66484"/>
                  <a:pt x="4465" y="142875"/>
                </a:cubicBezTo>
                <a:cubicBezTo>
                  <a:pt x="4465" y="219266"/>
                  <a:pt x="66484" y="281285"/>
                  <a:pt x="142875" y="281285"/>
                </a:cubicBezTo>
                <a:cubicBezTo>
                  <a:pt x="219266" y="281285"/>
                  <a:pt x="281285" y="219266"/>
                  <a:pt x="281285" y="142875"/>
                </a:cubicBezTo>
                <a:cubicBezTo>
                  <a:pt x="281285" y="66484"/>
                  <a:pt x="219266" y="4465"/>
                  <a:pt x="142875" y="4465"/>
                </a:cubicBezTo>
                <a:close/>
                <a:moveTo>
                  <a:pt x="207057" y="98617"/>
                </a:moveTo>
                <a:cubicBezTo>
                  <a:pt x="204992" y="120495"/>
                  <a:pt x="195951" y="173627"/>
                  <a:pt x="191374" y="198127"/>
                </a:cubicBezTo>
                <a:cubicBezTo>
                  <a:pt x="189421" y="208508"/>
                  <a:pt x="185626" y="211968"/>
                  <a:pt x="181942" y="212303"/>
                </a:cubicBezTo>
                <a:cubicBezTo>
                  <a:pt x="173906" y="213029"/>
                  <a:pt x="167822" y="207001"/>
                  <a:pt x="160009" y="201867"/>
                </a:cubicBezTo>
                <a:cubicBezTo>
                  <a:pt x="147842" y="193886"/>
                  <a:pt x="140922" y="188919"/>
                  <a:pt x="129146" y="181105"/>
                </a:cubicBezTo>
                <a:cubicBezTo>
                  <a:pt x="115472" y="172120"/>
                  <a:pt x="124346" y="167153"/>
                  <a:pt x="132104" y="159060"/>
                </a:cubicBezTo>
                <a:cubicBezTo>
                  <a:pt x="134169" y="156939"/>
                  <a:pt x="169552" y="124737"/>
                  <a:pt x="170222" y="121834"/>
                </a:cubicBezTo>
                <a:cubicBezTo>
                  <a:pt x="170334" y="121444"/>
                  <a:pt x="170390" y="120104"/>
                  <a:pt x="169552" y="119379"/>
                </a:cubicBezTo>
                <a:cubicBezTo>
                  <a:pt x="168715" y="118653"/>
                  <a:pt x="167543" y="118932"/>
                  <a:pt x="166706" y="119100"/>
                </a:cubicBezTo>
                <a:cubicBezTo>
                  <a:pt x="165478" y="119379"/>
                  <a:pt x="146000" y="132215"/>
                  <a:pt x="108328" y="157665"/>
                </a:cubicBezTo>
                <a:cubicBezTo>
                  <a:pt x="102803" y="161460"/>
                  <a:pt x="97780" y="163302"/>
                  <a:pt x="93315" y="163190"/>
                </a:cubicBezTo>
                <a:cubicBezTo>
                  <a:pt x="88348" y="163078"/>
                  <a:pt x="78860" y="160400"/>
                  <a:pt x="71772" y="158111"/>
                </a:cubicBezTo>
                <a:cubicBezTo>
                  <a:pt x="63122" y="155321"/>
                  <a:pt x="56201" y="153814"/>
                  <a:pt x="56815" y="149014"/>
                </a:cubicBezTo>
                <a:cubicBezTo>
                  <a:pt x="57150" y="146503"/>
                  <a:pt x="60554" y="143991"/>
                  <a:pt x="67084" y="141368"/>
                </a:cubicBezTo>
                <a:cubicBezTo>
                  <a:pt x="107435" y="123788"/>
                  <a:pt x="134336" y="112179"/>
                  <a:pt x="147786" y="106598"/>
                </a:cubicBezTo>
                <a:cubicBezTo>
                  <a:pt x="186240" y="90636"/>
                  <a:pt x="194221" y="87846"/>
                  <a:pt x="199411" y="87734"/>
                </a:cubicBezTo>
                <a:cubicBezTo>
                  <a:pt x="200583" y="87734"/>
                  <a:pt x="203095" y="88013"/>
                  <a:pt x="204769" y="89353"/>
                </a:cubicBezTo>
                <a:cubicBezTo>
                  <a:pt x="205885" y="90301"/>
                  <a:pt x="206555" y="91641"/>
                  <a:pt x="206722" y="93092"/>
                </a:cubicBezTo>
                <a:cubicBezTo>
                  <a:pt x="207001" y="94878"/>
                  <a:pt x="207057" y="96720"/>
                  <a:pt x="206946" y="98561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75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8546747" y="2036620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1"/>
          <p:cNvSpPr/>
          <p:nvPr/>
        </p:nvSpPr>
        <p:spPr>
          <a:xfrm>
            <a:off x="5817035" y="345135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76202" y="0"/>
                </a:moveTo>
                <a:lnTo>
                  <a:pt x="445768" y="0"/>
                </a:lnTo>
                <a:cubicBezTo>
                  <a:pt x="487853" y="0"/>
                  <a:pt x="521970" y="34117"/>
                  <a:pt x="521970" y="76202"/>
                </a:cubicBezTo>
                <a:lnTo>
                  <a:pt x="521970" y="445768"/>
                </a:lnTo>
                <a:cubicBezTo>
                  <a:pt x="521970" y="487853"/>
                  <a:pt x="487853" y="521970"/>
                  <a:pt x="445768" y="521970"/>
                </a:cubicBezTo>
                <a:lnTo>
                  <a:pt x="76202" y="521970"/>
                </a:lnTo>
                <a:cubicBezTo>
                  <a:pt x="34117" y="521970"/>
                  <a:pt x="0" y="487853"/>
                  <a:pt x="0" y="44576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016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32"/>
          <p:cNvSpPr/>
          <p:nvPr/>
        </p:nvSpPr>
        <p:spPr>
          <a:xfrm>
            <a:off x="5972769" y="354279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1" name="Text 33"/>
          <p:cNvSpPr/>
          <p:nvPr/>
        </p:nvSpPr>
        <p:spPr>
          <a:xfrm>
            <a:off x="6017775" y="3790440"/>
            <a:ext cx="1809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S3</a:t>
            </a:r>
            <a:endParaRPr lang="en-US" sz="1600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CBE4AB1A-C829-8847-3916-DCDA4B34881F}"/>
              </a:ext>
            </a:extLst>
          </p:cNvPr>
          <p:cNvSpPr/>
          <p:nvPr/>
        </p:nvSpPr>
        <p:spPr>
          <a:xfrm rot="8760453">
            <a:off x="5557311" y="3141169"/>
            <a:ext cx="266082" cy="184884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A2431676-8BA7-AA65-A876-511745F91278}"/>
              </a:ext>
            </a:extLst>
          </p:cNvPr>
          <p:cNvSpPr/>
          <p:nvPr/>
        </p:nvSpPr>
        <p:spPr>
          <a:xfrm rot="5400000">
            <a:off x="5938970" y="31706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73FFD125-5E81-8F62-EB31-0E65437BC299}"/>
              </a:ext>
            </a:extLst>
          </p:cNvPr>
          <p:cNvSpPr/>
          <p:nvPr/>
        </p:nvSpPr>
        <p:spPr>
          <a:xfrm rot="2396238">
            <a:off x="6364899" y="31187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79" name="Text 29">
            <a:extLst>
              <a:ext uri="{FF2B5EF4-FFF2-40B4-BE49-F238E27FC236}">
                <a16:creationId xmlns:a16="http://schemas.microsoft.com/office/drawing/2014/main" id="{79E92157-F525-12DF-28BB-5D3E294F4D72}"/>
              </a:ext>
            </a:extLst>
          </p:cNvPr>
          <p:cNvSpPr/>
          <p:nvPr/>
        </p:nvSpPr>
        <p:spPr>
          <a:xfrm>
            <a:off x="5465029" y="4569336"/>
            <a:ext cx="1990522" cy="168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IN" sz="900" dirty="0">
                <a:solidFill>
                  <a:schemeClr val="bg1"/>
                </a:solidFill>
                <a:latin typeface="Quattrocento Sans" panose="020B0502050000020003" pitchFamily="34" charset="0"/>
              </a:rPr>
              <a:t> CloudWatch Alarms &amp; Monitoring</a:t>
            </a:r>
            <a:endParaRPr lang="en-US" sz="9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pic>
        <p:nvPicPr>
          <p:cNvPr id="85" name="Graphic 84" descr="Alarm clock with solid fill">
            <a:extLst>
              <a:ext uri="{FF2B5EF4-FFF2-40B4-BE49-F238E27FC236}">
                <a16:creationId xmlns:a16="http://schemas.microsoft.com/office/drawing/2014/main" id="{3E9F6EAA-3D72-56F6-9C0D-7D95EC93B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2940" y="4498166"/>
            <a:ext cx="285061" cy="285061"/>
          </a:xfrm>
          <a:prstGeom prst="rect">
            <a:avLst/>
          </a:prstGeom>
        </p:spPr>
      </p:pic>
      <p:sp>
        <p:nvSpPr>
          <p:cNvPr id="86" name="Shape 9">
            <a:extLst>
              <a:ext uri="{FF2B5EF4-FFF2-40B4-BE49-F238E27FC236}">
                <a16:creationId xmlns:a16="http://schemas.microsoft.com/office/drawing/2014/main" id="{D3291D0D-4FA9-267D-286C-D7B649196F01}"/>
              </a:ext>
            </a:extLst>
          </p:cNvPr>
          <p:cNvSpPr/>
          <p:nvPr/>
        </p:nvSpPr>
        <p:spPr>
          <a:xfrm rot="7865802">
            <a:off x="6509412" y="4255856"/>
            <a:ext cx="266082" cy="184884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7" name="Shape 9">
            <a:extLst>
              <a:ext uri="{FF2B5EF4-FFF2-40B4-BE49-F238E27FC236}">
                <a16:creationId xmlns:a16="http://schemas.microsoft.com/office/drawing/2014/main" id="{51931DD7-2A96-0E9C-E8B0-A278691806D0}"/>
              </a:ext>
            </a:extLst>
          </p:cNvPr>
          <p:cNvSpPr/>
          <p:nvPr/>
        </p:nvSpPr>
        <p:spPr>
          <a:xfrm rot="5400000">
            <a:off x="6015275" y="42115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8" name="Shape 9">
            <a:extLst>
              <a:ext uri="{FF2B5EF4-FFF2-40B4-BE49-F238E27FC236}">
                <a16:creationId xmlns:a16="http://schemas.microsoft.com/office/drawing/2014/main" id="{6E7EE390-76F1-3C6F-F8BE-3EDADBE3000F}"/>
              </a:ext>
            </a:extLst>
          </p:cNvPr>
          <p:cNvSpPr/>
          <p:nvPr/>
        </p:nvSpPr>
        <p:spPr>
          <a:xfrm rot="3086953">
            <a:off x="5517311" y="42291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3" name="Shape 3"/>
          <p:cNvSpPr/>
          <p:nvPr/>
        </p:nvSpPr>
        <p:spPr>
          <a:xfrm>
            <a:off x="375756" y="1532988"/>
            <a:ext cx="11418570" cy="3426939"/>
          </a:xfrm>
          <a:custGeom>
            <a:avLst/>
            <a:gdLst/>
            <a:ahLst/>
            <a:cxnLst/>
            <a:rect l="l" t="t" r="r" b="b"/>
            <a:pathLst>
              <a:path w="11418570" h="3760470">
                <a:moveTo>
                  <a:pt x="0" y="0"/>
                </a:moveTo>
                <a:lnTo>
                  <a:pt x="11418570" y="0"/>
                </a:lnTo>
                <a:lnTo>
                  <a:pt x="11418570" y="3760470"/>
                </a:lnTo>
                <a:lnTo>
                  <a:pt x="0" y="376047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3"/>
          <p:cNvSpPr/>
          <p:nvPr/>
        </p:nvSpPr>
        <p:spPr>
          <a:xfrm>
            <a:off x="8157009" y="1292438"/>
            <a:ext cx="3704989" cy="3222479"/>
          </a:xfrm>
          <a:custGeom>
            <a:avLst/>
            <a:gdLst/>
            <a:ahLst/>
            <a:cxnLst/>
            <a:rect l="l" t="t" r="r" b="b"/>
            <a:pathLst>
              <a:path w="3704989" h="5583333">
                <a:moveTo>
                  <a:pt x="0" y="0"/>
                </a:moveTo>
                <a:lnTo>
                  <a:pt x="3704989" y="0"/>
                </a:lnTo>
                <a:lnTo>
                  <a:pt x="3704989" y="5583333"/>
                </a:lnTo>
                <a:lnTo>
                  <a:pt x="0" y="558333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8" name="Shape 17"/>
          <p:cNvSpPr/>
          <p:nvPr/>
        </p:nvSpPr>
        <p:spPr>
          <a:xfrm>
            <a:off x="8226593" y="3852068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344650" y="344650"/>
            <a:ext cx="1157163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kern="0" spc="54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TECHNOLOGY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650" y="620370"/>
            <a:ext cx="11657792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Technology Stack &amp;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650" y="1068416"/>
            <a:ext cx="827160" cy="34465"/>
          </a:xfrm>
          <a:custGeom>
            <a:avLst/>
            <a:gdLst/>
            <a:ahLst/>
            <a:cxnLst/>
            <a:rect l="l" t="t" r="r" b="b"/>
            <a:pathLst>
              <a:path w="827160" h="34465">
                <a:moveTo>
                  <a:pt x="0" y="0"/>
                </a:moveTo>
                <a:lnTo>
                  <a:pt x="827160" y="0"/>
                </a:lnTo>
                <a:lnTo>
                  <a:pt x="827160" y="34465"/>
                </a:lnTo>
                <a:lnTo>
                  <a:pt x="0" y="3446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1883" y="1275206"/>
            <a:ext cx="3704989" cy="5411007"/>
          </a:xfrm>
          <a:custGeom>
            <a:avLst/>
            <a:gdLst/>
            <a:ahLst/>
            <a:cxnLst/>
            <a:rect l="l" t="t" r="r" b="b"/>
            <a:pathLst>
              <a:path w="3704989" h="5583333">
                <a:moveTo>
                  <a:pt x="0" y="0"/>
                </a:moveTo>
                <a:lnTo>
                  <a:pt x="3704989" y="0"/>
                </a:lnTo>
                <a:lnTo>
                  <a:pt x="3704989" y="5583333"/>
                </a:lnTo>
                <a:lnTo>
                  <a:pt x="0" y="558333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1883" y="1275207"/>
            <a:ext cx="45719" cy="5411006"/>
          </a:xfrm>
          <a:custGeom>
            <a:avLst/>
            <a:gdLst/>
            <a:ahLst/>
            <a:cxnLst/>
            <a:rect l="l" t="t" r="r" b="b"/>
            <a:pathLst>
              <a:path w="34465" h="5583333">
                <a:moveTo>
                  <a:pt x="0" y="0"/>
                </a:moveTo>
                <a:lnTo>
                  <a:pt x="34465" y="0"/>
                </a:lnTo>
                <a:lnTo>
                  <a:pt x="34465" y="5583333"/>
                </a:lnTo>
                <a:lnTo>
                  <a:pt x="0" y="5583333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51440" y="1481996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60718" y="68324"/>
                </a:moveTo>
                <a:cubicBezTo>
                  <a:pt x="60482" y="75931"/>
                  <a:pt x="64285" y="79330"/>
                  <a:pt x="64386" y="81451"/>
                </a:cubicBezTo>
                <a:cubicBezTo>
                  <a:pt x="64353" y="81888"/>
                  <a:pt x="64184" y="82292"/>
                  <a:pt x="63949" y="82662"/>
                </a:cubicBezTo>
                <a:cubicBezTo>
                  <a:pt x="63713" y="83032"/>
                  <a:pt x="63377" y="83335"/>
                  <a:pt x="63006" y="83537"/>
                </a:cubicBezTo>
                <a:lnTo>
                  <a:pt x="58698" y="86566"/>
                </a:lnTo>
                <a:cubicBezTo>
                  <a:pt x="58126" y="86970"/>
                  <a:pt x="57487" y="87172"/>
                  <a:pt x="56813" y="87206"/>
                </a:cubicBezTo>
                <a:cubicBezTo>
                  <a:pt x="56679" y="87206"/>
                  <a:pt x="54054" y="87812"/>
                  <a:pt x="49914" y="78590"/>
                </a:cubicBezTo>
                <a:cubicBezTo>
                  <a:pt x="47389" y="81753"/>
                  <a:pt x="44192" y="84278"/>
                  <a:pt x="40523" y="85994"/>
                </a:cubicBezTo>
                <a:cubicBezTo>
                  <a:pt x="36855" y="87711"/>
                  <a:pt x="32883" y="88586"/>
                  <a:pt x="28844" y="88519"/>
                </a:cubicBezTo>
                <a:cubicBezTo>
                  <a:pt x="23358" y="88821"/>
                  <a:pt x="8515" y="85422"/>
                  <a:pt x="9289" y="69603"/>
                </a:cubicBezTo>
                <a:cubicBezTo>
                  <a:pt x="8751" y="56712"/>
                  <a:pt x="20767" y="48702"/>
                  <a:pt x="33152" y="49409"/>
                </a:cubicBezTo>
                <a:cubicBezTo>
                  <a:pt x="35542" y="49409"/>
                  <a:pt x="40422" y="49543"/>
                  <a:pt x="48971" y="51529"/>
                </a:cubicBezTo>
                <a:lnTo>
                  <a:pt x="48971" y="46279"/>
                </a:lnTo>
                <a:cubicBezTo>
                  <a:pt x="49880" y="37360"/>
                  <a:pt x="44024" y="30460"/>
                  <a:pt x="33893" y="31503"/>
                </a:cubicBezTo>
                <a:cubicBezTo>
                  <a:pt x="33085" y="31503"/>
                  <a:pt x="27363" y="31335"/>
                  <a:pt x="18478" y="34903"/>
                </a:cubicBezTo>
                <a:cubicBezTo>
                  <a:pt x="15987" y="36047"/>
                  <a:pt x="15684" y="35845"/>
                  <a:pt x="14843" y="35845"/>
                </a:cubicBezTo>
                <a:cubicBezTo>
                  <a:pt x="12352" y="35845"/>
                  <a:pt x="13362" y="28609"/>
                  <a:pt x="13867" y="27700"/>
                </a:cubicBezTo>
                <a:cubicBezTo>
                  <a:pt x="15617" y="25546"/>
                  <a:pt x="25950" y="21507"/>
                  <a:pt x="36047" y="21574"/>
                </a:cubicBezTo>
                <a:cubicBezTo>
                  <a:pt x="42812" y="20968"/>
                  <a:pt x="49543" y="23055"/>
                  <a:pt x="54794" y="27397"/>
                </a:cubicBezTo>
                <a:cubicBezTo>
                  <a:pt x="56914" y="29787"/>
                  <a:pt x="58564" y="32580"/>
                  <a:pt x="59573" y="35609"/>
                </a:cubicBezTo>
                <a:cubicBezTo>
                  <a:pt x="60583" y="38639"/>
                  <a:pt x="60987" y="41836"/>
                  <a:pt x="60751" y="45033"/>
                </a:cubicBezTo>
                <a:lnTo>
                  <a:pt x="60751" y="68358"/>
                </a:lnTo>
                <a:close/>
                <a:moveTo>
                  <a:pt x="31638" y="79229"/>
                </a:moveTo>
                <a:cubicBezTo>
                  <a:pt x="42543" y="79061"/>
                  <a:pt x="47187" y="72498"/>
                  <a:pt x="48231" y="68964"/>
                </a:cubicBezTo>
                <a:cubicBezTo>
                  <a:pt x="49072" y="65564"/>
                  <a:pt x="48938" y="63444"/>
                  <a:pt x="48938" y="59742"/>
                </a:cubicBezTo>
                <a:cubicBezTo>
                  <a:pt x="45673" y="58967"/>
                  <a:pt x="40995" y="58092"/>
                  <a:pt x="35609" y="58092"/>
                </a:cubicBezTo>
                <a:cubicBezTo>
                  <a:pt x="30493" y="57722"/>
                  <a:pt x="21204" y="59977"/>
                  <a:pt x="21574" y="68964"/>
                </a:cubicBezTo>
                <a:cubicBezTo>
                  <a:pt x="21170" y="74618"/>
                  <a:pt x="25310" y="79532"/>
                  <a:pt x="31671" y="79229"/>
                </a:cubicBezTo>
                <a:close/>
                <a:moveTo>
                  <a:pt x="89158" y="87004"/>
                </a:moveTo>
                <a:cubicBezTo>
                  <a:pt x="86499" y="87240"/>
                  <a:pt x="85287" y="85355"/>
                  <a:pt x="84884" y="83504"/>
                </a:cubicBezTo>
                <a:lnTo>
                  <a:pt x="68122" y="28070"/>
                </a:lnTo>
                <a:cubicBezTo>
                  <a:pt x="67786" y="27128"/>
                  <a:pt x="67584" y="26185"/>
                  <a:pt x="67483" y="25176"/>
                </a:cubicBezTo>
                <a:cubicBezTo>
                  <a:pt x="67415" y="24772"/>
                  <a:pt x="67516" y="24368"/>
                  <a:pt x="67752" y="24031"/>
                </a:cubicBezTo>
                <a:cubicBezTo>
                  <a:pt x="67988" y="23695"/>
                  <a:pt x="68358" y="23493"/>
                  <a:pt x="68762" y="23425"/>
                </a:cubicBezTo>
                <a:cubicBezTo>
                  <a:pt x="68829" y="23425"/>
                  <a:pt x="68055" y="23425"/>
                  <a:pt x="76234" y="23425"/>
                </a:cubicBezTo>
                <a:cubicBezTo>
                  <a:pt x="79195" y="23123"/>
                  <a:pt x="80138" y="25445"/>
                  <a:pt x="80474" y="26926"/>
                </a:cubicBezTo>
                <a:lnTo>
                  <a:pt x="92524" y="74315"/>
                </a:lnTo>
                <a:lnTo>
                  <a:pt x="103698" y="26926"/>
                </a:lnTo>
                <a:cubicBezTo>
                  <a:pt x="103866" y="25849"/>
                  <a:pt x="104674" y="23190"/>
                  <a:pt x="108006" y="23493"/>
                </a:cubicBezTo>
                <a:lnTo>
                  <a:pt x="113795" y="23493"/>
                </a:lnTo>
                <a:cubicBezTo>
                  <a:pt x="114536" y="23425"/>
                  <a:pt x="117531" y="23324"/>
                  <a:pt x="118070" y="26993"/>
                </a:cubicBezTo>
                <a:lnTo>
                  <a:pt x="129277" y="74955"/>
                </a:lnTo>
                <a:lnTo>
                  <a:pt x="141697" y="26959"/>
                </a:lnTo>
                <a:cubicBezTo>
                  <a:pt x="141865" y="26219"/>
                  <a:pt x="142606" y="23123"/>
                  <a:pt x="145971" y="23459"/>
                </a:cubicBezTo>
                <a:lnTo>
                  <a:pt x="152602" y="23459"/>
                </a:lnTo>
                <a:cubicBezTo>
                  <a:pt x="152905" y="23425"/>
                  <a:pt x="154689" y="23190"/>
                  <a:pt x="154386" y="26354"/>
                </a:cubicBezTo>
                <a:cubicBezTo>
                  <a:pt x="154251" y="26959"/>
                  <a:pt x="155530" y="22752"/>
                  <a:pt x="136615" y="83537"/>
                </a:cubicBezTo>
                <a:cubicBezTo>
                  <a:pt x="136245" y="85388"/>
                  <a:pt x="134999" y="87273"/>
                  <a:pt x="132340" y="87038"/>
                </a:cubicBezTo>
                <a:lnTo>
                  <a:pt x="126046" y="87038"/>
                </a:lnTo>
                <a:cubicBezTo>
                  <a:pt x="122378" y="87442"/>
                  <a:pt x="121839" y="83773"/>
                  <a:pt x="121772" y="83436"/>
                </a:cubicBezTo>
                <a:lnTo>
                  <a:pt x="110598" y="37292"/>
                </a:lnTo>
                <a:lnTo>
                  <a:pt x="99558" y="83403"/>
                </a:lnTo>
                <a:cubicBezTo>
                  <a:pt x="99491" y="83773"/>
                  <a:pt x="98986" y="87408"/>
                  <a:pt x="95284" y="87004"/>
                </a:cubicBezTo>
                <a:lnTo>
                  <a:pt x="89124" y="87004"/>
                </a:lnTo>
                <a:lnTo>
                  <a:pt x="89124" y="87004"/>
                </a:lnTo>
                <a:close/>
                <a:moveTo>
                  <a:pt x="181211" y="88889"/>
                </a:moveTo>
                <a:cubicBezTo>
                  <a:pt x="179225" y="88889"/>
                  <a:pt x="169801" y="88788"/>
                  <a:pt x="161891" y="84749"/>
                </a:cubicBezTo>
                <a:cubicBezTo>
                  <a:pt x="161117" y="84412"/>
                  <a:pt x="160444" y="83874"/>
                  <a:pt x="159973" y="83133"/>
                </a:cubicBezTo>
                <a:cubicBezTo>
                  <a:pt x="159502" y="82393"/>
                  <a:pt x="159266" y="81585"/>
                  <a:pt x="159266" y="80744"/>
                </a:cubicBezTo>
                <a:lnTo>
                  <a:pt x="159266" y="77142"/>
                </a:lnTo>
                <a:cubicBezTo>
                  <a:pt x="159266" y="74282"/>
                  <a:pt x="161353" y="74820"/>
                  <a:pt x="162228" y="75157"/>
                </a:cubicBezTo>
                <a:cubicBezTo>
                  <a:pt x="165594" y="76537"/>
                  <a:pt x="167781" y="77546"/>
                  <a:pt x="171921" y="78388"/>
                </a:cubicBezTo>
                <a:cubicBezTo>
                  <a:pt x="184273" y="80912"/>
                  <a:pt x="189692" y="77614"/>
                  <a:pt x="191005" y="76873"/>
                </a:cubicBezTo>
                <a:cubicBezTo>
                  <a:pt x="195448" y="74248"/>
                  <a:pt x="195784" y="68223"/>
                  <a:pt x="192789" y="65127"/>
                </a:cubicBezTo>
                <a:cubicBezTo>
                  <a:pt x="189255" y="62165"/>
                  <a:pt x="187572" y="62064"/>
                  <a:pt x="174917" y="58059"/>
                </a:cubicBezTo>
                <a:cubicBezTo>
                  <a:pt x="173368" y="57621"/>
                  <a:pt x="160208" y="53481"/>
                  <a:pt x="160175" y="40422"/>
                </a:cubicBezTo>
                <a:cubicBezTo>
                  <a:pt x="159973" y="30931"/>
                  <a:pt x="168589" y="21507"/>
                  <a:pt x="183567" y="21574"/>
                </a:cubicBezTo>
                <a:cubicBezTo>
                  <a:pt x="187841" y="21574"/>
                  <a:pt x="199184" y="22954"/>
                  <a:pt x="202280" y="26825"/>
                </a:cubicBezTo>
                <a:cubicBezTo>
                  <a:pt x="202751" y="27532"/>
                  <a:pt x="202953" y="28373"/>
                  <a:pt x="202920" y="29181"/>
                </a:cubicBezTo>
                <a:lnTo>
                  <a:pt x="202920" y="32580"/>
                </a:lnTo>
                <a:cubicBezTo>
                  <a:pt x="202920" y="34061"/>
                  <a:pt x="202381" y="34835"/>
                  <a:pt x="201270" y="34835"/>
                </a:cubicBezTo>
                <a:cubicBezTo>
                  <a:pt x="198679" y="34532"/>
                  <a:pt x="194068" y="31066"/>
                  <a:pt x="184711" y="31200"/>
                </a:cubicBezTo>
                <a:cubicBezTo>
                  <a:pt x="182389" y="31066"/>
                  <a:pt x="171282" y="31503"/>
                  <a:pt x="171787" y="39615"/>
                </a:cubicBezTo>
                <a:cubicBezTo>
                  <a:pt x="171652" y="46009"/>
                  <a:pt x="180739" y="48399"/>
                  <a:pt x="181783" y="48668"/>
                </a:cubicBezTo>
                <a:cubicBezTo>
                  <a:pt x="194068" y="52371"/>
                  <a:pt x="198140" y="52977"/>
                  <a:pt x="203020" y="58631"/>
                </a:cubicBezTo>
                <a:cubicBezTo>
                  <a:pt x="208776" y="66103"/>
                  <a:pt x="205679" y="74887"/>
                  <a:pt x="204468" y="77277"/>
                </a:cubicBezTo>
                <a:cubicBezTo>
                  <a:pt x="198039" y="89898"/>
                  <a:pt x="181446" y="88855"/>
                  <a:pt x="181143" y="88855"/>
                </a:cubicBezTo>
                <a:close/>
                <a:moveTo>
                  <a:pt x="194741" y="124195"/>
                </a:moveTo>
                <a:cubicBezTo>
                  <a:pt x="171181" y="141596"/>
                  <a:pt x="136951" y="150852"/>
                  <a:pt x="107737" y="150852"/>
                </a:cubicBezTo>
                <a:cubicBezTo>
                  <a:pt x="68324" y="151121"/>
                  <a:pt x="30224" y="136615"/>
                  <a:pt x="942" y="110227"/>
                </a:cubicBezTo>
                <a:cubicBezTo>
                  <a:pt x="-1245" y="108242"/>
                  <a:pt x="673" y="105515"/>
                  <a:pt x="3366" y="107030"/>
                </a:cubicBezTo>
                <a:cubicBezTo>
                  <a:pt x="35845" y="125609"/>
                  <a:pt x="72599" y="135369"/>
                  <a:pt x="110026" y="135336"/>
                </a:cubicBezTo>
                <a:cubicBezTo>
                  <a:pt x="137961" y="135201"/>
                  <a:pt x="165594" y="129513"/>
                  <a:pt x="191341" y="118675"/>
                </a:cubicBezTo>
                <a:cubicBezTo>
                  <a:pt x="195313" y="116993"/>
                  <a:pt x="198679" y="121301"/>
                  <a:pt x="194741" y="124195"/>
                </a:cubicBezTo>
                <a:close/>
                <a:moveTo>
                  <a:pt x="204569" y="112987"/>
                </a:moveTo>
                <a:cubicBezTo>
                  <a:pt x="201540" y="109117"/>
                  <a:pt x="184610" y="111170"/>
                  <a:pt x="177037" y="112079"/>
                </a:cubicBezTo>
                <a:cubicBezTo>
                  <a:pt x="174748" y="112348"/>
                  <a:pt x="174378" y="110362"/>
                  <a:pt x="176431" y="108881"/>
                </a:cubicBezTo>
                <a:cubicBezTo>
                  <a:pt x="189928" y="99390"/>
                  <a:pt x="212074" y="102116"/>
                  <a:pt x="214599" y="105314"/>
                </a:cubicBezTo>
                <a:cubicBezTo>
                  <a:pt x="217123" y="108511"/>
                  <a:pt x="213892" y="130691"/>
                  <a:pt x="201270" y="141293"/>
                </a:cubicBezTo>
                <a:cubicBezTo>
                  <a:pt x="199318" y="142942"/>
                  <a:pt x="197467" y="142067"/>
                  <a:pt x="198342" y="139913"/>
                </a:cubicBezTo>
                <a:cubicBezTo>
                  <a:pt x="201169" y="132744"/>
                  <a:pt x="207564" y="116858"/>
                  <a:pt x="204535" y="112987"/>
                </a:cubicBezTo>
                <a:close/>
              </a:path>
            </a:pathLst>
          </a:custGeom>
          <a:solidFill>
            <a:srgbClr val="FF990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6847" y="1447531"/>
            <a:ext cx="3213863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AWS Services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1440" y="1826646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4835" y="1930041"/>
            <a:ext cx="89609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33475" y="1964506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4835" y="2171296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Serverless compute (Python 3.12, 512MB, 30s)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1440" y="2550411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4835" y="2653806"/>
            <a:ext cx="82716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33475" y="2688271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4835" y="2895061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REST API webhook endpoint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1440" y="3274177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4835" y="3377572"/>
            <a:ext cx="74961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DynamoDB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33475" y="3412037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4835" y="3618827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NoSQL database (on-demand billing)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1440" y="3997942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4835" y="4101337"/>
            <a:ext cx="74099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Amazon S3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33475" y="4135802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4835" y="4342592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Object storage (AES-256 encryption)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1440" y="4721707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4835" y="4825102"/>
            <a:ext cx="82716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33475" y="4859567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4835" y="5066358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Logging, metrics, and alarms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1440" y="5445473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4835" y="5548868"/>
            <a:ext cx="310185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IAM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33475" y="5583333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4835" y="5790123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Identity and access management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3845" y="1275206"/>
            <a:ext cx="3704989" cy="3515432"/>
          </a:xfrm>
          <a:custGeom>
            <a:avLst/>
            <a:gdLst/>
            <a:ahLst/>
            <a:cxnLst/>
            <a:rect l="l" t="t" r="r" b="b"/>
            <a:pathLst>
              <a:path w="3704989" h="3515432">
                <a:moveTo>
                  <a:pt x="0" y="0"/>
                </a:moveTo>
                <a:lnTo>
                  <a:pt x="3704989" y="0"/>
                </a:lnTo>
                <a:lnTo>
                  <a:pt x="3704989" y="3515432"/>
                </a:lnTo>
                <a:lnTo>
                  <a:pt x="0" y="351543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253845" y="1275206"/>
            <a:ext cx="34465" cy="3515432"/>
          </a:xfrm>
          <a:custGeom>
            <a:avLst/>
            <a:gdLst/>
            <a:ahLst/>
            <a:cxnLst/>
            <a:rect l="l" t="t" r="r" b="b"/>
            <a:pathLst>
              <a:path w="34465" h="3515432">
                <a:moveTo>
                  <a:pt x="0" y="0"/>
                </a:moveTo>
                <a:lnTo>
                  <a:pt x="34465" y="0"/>
                </a:lnTo>
                <a:lnTo>
                  <a:pt x="34465" y="3515432"/>
                </a:lnTo>
                <a:lnTo>
                  <a:pt x="0" y="3515432"/>
                </a:lnTo>
                <a:lnTo>
                  <a:pt x="0" y="0"/>
                </a:lnTo>
                <a:close/>
              </a:path>
            </a:pathLst>
          </a:custGeom>
          <a:solidFill>
            <a:srgbClr val="3776AB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75713" y="1481996"/>
            <a:ext cx="150784" cy="172325"/>
          </a:xfrm>
          <a:custGeom>
            <a:avLst/>
            <a:gdLst/>
            <a:ahLst/>
            <a:cxnLst/>
            <a:rect l="l" t="t" r="r" b="b"/>
            <a:pathLst>
              <a:path w="150784" h="172325">
                <a:moveTo>
                  <a:pt x="148025" y="67483"/>
                </a:moveTo>
                <a:cubicBezTo>
                  <a:pt x="145433" y="57083"/>
                  <a:pt x="140519" y="49241"/>
                  <a:pt x="130052" y="49241"/>
                </a:cubicBezTo>
                <a:lnTo>
                  <a:pt x="116555" y="49241"/>
                </a:lnTo>
                <a:lnTo>
                  <a:pt x="116555" y="65194"/>
                </a:lnTo>
                <a:cubicBezTo>
                  <a:pt x="116555" y="77580"/>
                  <a:pt x="106054" y="88014"/>
                  <a:pt x="94072" y="88014"/>
                </a:cubicBezTo>
                <a:lnTo>
                  <a:pt x="58126" y="88014"/>
                </a:lnTo>
                <a:cubicBezTo>
                  <a:pt x="48298" y="88014"/>
                  <a:pt x="40153" y="96428"/>
                  <a:pt x="40153" y="106290"/>
                </a:cubicBezTo>
                <a:lnTo>
                  <a:pt x="40153" y="140553"/>
                </a:lnTo>
                <a:cubicBezTo>
                  <a:pt x="40153" y="150313"/>
                  <a:pt x="48635" y="156035"/>
                  <a:pt x="58126" y="158829"/>
                </a:cubicBezTo>
                <a:cubicBezTo>
                  <a:pt x="69502" y="162161"/>
                  <a:pt x="80441" y="162766"/>
                  <a:pt x="94072" y="158829"/>
                </a:cubicBezTo>
                <a:cubicBezTo>
                  <a:pt x="103126" y="156203"/>
                  <a:pt x="112045" y="150919"/>
                  <a:pt x="112045" y="140553"/>
                </a:cubicBezTo>
                <a:lnTo>
                  <a:pt x="112045" y="126854"/>
                </a:lnTo>
                <a:lnTo>
                  <a:pt x="76133" y="126854"/>
                </a:lnTo>
                <a:lnTo>
                  <a:pt x="76133" y="122277"/>
                </a:lnTo>
                <a:lnTo>
                  <a:pt x="130052" y="122277"/>
                </a:lnTo>
                <a:cubicBezTo>
                  <a:pt x="140519" y="122277"/>
                  <a:pt x="144390" y="114973"/>
                  <a:pt x="148025" y="104035"/>
                </a:cubicBezTo>
                <a:cubicBezTo>
                  <a:pt x="151794" y="92759"/>
                  <a:pt x="151626" y="81922"/>
                  <a:pt x="148025" y="67483"/>
                </a:cubicBezTo>
                <a:close/>
                <a:moveTo>
                  <a:pt x="96327" y="149674"/>
                </a:moveTo>
                <a:cubicBezTo>
                  <a:pt x="93765" y="149853"/>
                  <a:pt x="91318" y="148589"/>
                  <a:pt x="89982" y="146395"/>
                </a:cubicBezTo>
                <a:cubicBezTo>
                  <a:pt x="88647" y="144202"/>
                  <a:pt x="88647" y="141447"/>
                  <a:pt x="89982" y="139254"/>
                </a:cubicBezTo>
                <a:cubicBezTo>
                  <a:pt x="91318" y="137060"/>
                  <a:pt x="93765" y="135796"/>
                  <a:pt x="96327" y="135975"/>
                </a:cubicBezTo>
                <a:cubicBezTo>
                  <a:pt x="98889" y="135796"/>
                  <a:pt x="101336" y="137060"/>
                  <a:pt x="102672" y="139254"/>
                </a:cubicBezTo>
                <a:cubicBezTo>
                  <a:pt x="104007" y="141447"/>
                  <a:pt x="104007" y="144202"/>
                  <a:pt x="102672" y="146395"/>
                </a:cubicBezTo>
                <a:cubicBezTo>
                  <a:pt x="101336" y="148589"/>
                  <a:pt x="98889" y="149853"/>
                  <a:pt x="96327" y="149674"/>
                </a:cubicBezTo>
                <a:close/>
                <a:moveTo>
                  <a:pt x="56477" y="83504"/>
                </a:moveTo>
                <a:lnTo>
                  <a:pt x="92423" y="83504"/>
                </a:lnTo>
                <a:cubicBezTo>
                  <a:pt x="102419" y="83504"/>
                  <a:pt x="110396" y="75258"/>
                  <a:pt x="110396" y="65228"/>
                </a:cubicBezTo>
                <a:lnTo>
                  <a:pt x="110396" y="30931"/>
                </a:lnTo>
                <a:cubicBezTo>
                  <a:pt x="110396" y="21170"/>
                  <a:pt x="102183" y="13867"/>
                  <a:pt x="92423" y="12218"/>
                </a:cubicBezTo>
                <a:cubicBezTo>
                  <a:pt x="80373" y="10232"/>
                  <a:pt x="67281" y="10333"/>
                  <a:pt x="56477" y="12251"/>
                </a:cubicBezTo>
                <a:cubicBezTo>
                  <a:pt x="41264" y="14944"/>
                  <a:pt x="38504" y="20565"/>
                  <a:pt x="38504" y="30965"/>
                </a:cubicBezTo>
                <a:lnTo>
                  <a:pt x="38504" y="44663"/>
                </a:lnTo>
                <a:lnTo>
                  <a:pt x="74483" y="44663"/>
                </a:lnTo>
                <a:lnTo>
                  <a:pt x="74483" y="49241"/>
                </a:lnTo>
                <a:lnTo>
                  <a:pt x="25007" y="49241"/>
                </a:lnTo>
                <a:cubicBezTo>
                  <a:pt x="14540" y="49241"/>
                  <a:pt x="5385" y="55534"/>
                  <a:pt x="2524" y="67483"/>
                </a:cubicBezTo>
                <a:cubicBezTo>
                  <a:pt x="-774" y="81181"/>
                  <a:pt x="-909" y="89730"/>
                  <a:pt x="2524" y="104035"/>
                </a:cubicBezTo>
                <a:cubicBezTo>
                  <a:pt x="5082" y="114670"/>
                  <a:pt x="11174" y="122277"/>
                  <a:pt x="21642" y="122277"/>
                </a:cubicBezTo>
                <a:lnTo>
                  <a:pt x="33994" y="122277"/>
                </a:lnTo>
                <a:lnTo>
                  <a:pt x="33994" y="105852"/>
                </a:lnTo>
                <a:cubicBezTo>
                  <a:pt x="33994" y="93971"/>
                  <a:pt x="44259" y="83504"/>
                  <a:pt x="56477" y="83504"/>
                </a:cubicBezTo>
                <a:close/>
                <a:moveTo>
                  <a:pt x="54255" y="21776"/>
                </a:moveTo>
                <a:cubicBezTo>
                  <a:pt x="58045" y="21776"/>
                  <a:pt x="61122" y="24853"/>
                  <a:pt x="61122" y="28642"/>
                </a:cubicBezTo>
                <a:cubicBezTo>
                  <a:pt x="61122" y="32432"/>
                  <a:pt x="58045" y="35508"/>
                  <a:pt x="54255" y="35508"/>
                </a:cubicBezTo>
                <a:cubicBezTo>
                  <a:pt x="50466" y="35508"/>
                  <a:pt x="47389" y="32432"/>
                  <a:pt x="47389" y="28642"/>
                </a:cubicBezTo>
                <a:cubicBezTo>
                  <a:pt x="47389" y="24853"/>
                  <a:pt x="50466" y="21776"/>
                  <a:pt x="54255" y="21776"/>
                </a:cubicBezTo>
                <a:close/>
              </a:path>
            </a:pathLst>
          </a:custGeom>
          <a:solidFill>
            <a:srgbClr val="3776AB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58809" y="1447531"/>
            <a:ext cx="3213863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3403" y="1826646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46798" y="1930041"/>
            <a:ext cx="74099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3.12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25437" y="1964506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46798" y="2171296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Primary language (fast cold starts)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43403" y="2550411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46798" y="2653806"/>
            <a:ext cx="663452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25437" y="2688271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546798" y="2895061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 (IaC)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43403" y="3274177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46798" y="3377572"/>
            <a:ext cx="42219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boto3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25437" y="3412037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546798" y="3618827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SDK for Python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43403" y="3997942"/>
            <a:ext cx="3343107" cy="620370"/>
          </a:xfrm>
          <a:custGeom>
            <a:avLst/>
            <a:gdLst/>
            <a:ahLst/>
            <a:cxnLst/>
            <a:rect l="l" t="t" r="r" b="b"/>
            <a:pathLst>
              <a:path w="3343107" h="620370">
                <a:moveTo>
                  <a:pt x="34468" y="0"/>
                </a:moveTo>
                <a:lnTo>
                  <a:pt x="3308639" y="0"/>
                </a:lnTo>
                <a:cubicBezTo>
                  <a:pt x="3327675" y="0"/>
                  <a:pt x="3343107" y="15432"/>
                  <a:pt x="3343107" y="34468"/>
                </a:cubicBezTo>
                <a:lnTo>
                  <a:pt x="3343107" y="585903"/>
                </a:lnTo>
                <a:cubicBezTo>
                  <a:pt x="3343107" y="604939"/>
                  <a:pt x="3327675" y="620370"/>
                  <a:pt x="3308639" y="620370"/>
                </a:cubicBezTo>
                <a:lnTo>
                  <a:pt x="34468" y="620370"/>
                </a:lnTo>
                <a:cubicBezTo>
                  <a:pt x="15444" y="620370"/>
                  <a:pt x="0" y="604926"/>
                  <a:pt x="0" y="585903"/>
                </a:cubicBezTo>
                <a:lnTo>
                  <a:pt x="0" y="34468"/>
                </a:lnTo>
                <a:cubicBezTo>
                  <a:pt x="0" y="15432"/>
                  <a:pt x="15432" y="0"/>
                  <a:pt x="3446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546798" y="4101337"/>
            <a:ext cx="1352752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python-telegram-bot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25437" y="4135802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546798" y="4342592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Telegram Bot API wrapper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53845" y="4928498"/>
            <a:ext cx="45719" cy="1757715"/>
          </a:xfrm>
          <a:custGeom>
            <a:avLst/>
            <a:gdLst/>
            <a:ahLst/>
            <a:cxnLst/>
            <a:rect l="l" t="t" r="r" b="b"/>
            <a:pathLst>
              <a:path w="34465" h="1930041">
                <a:moveTo>
                  <a:pt x="0" y="0"/>
                </a:moveTo>
                <a:lnTo>
                  <a:pt x="34465" y="0"/>
                </a:lnTo>
                <a:lnTo>
                  <a:pt x="34465" y="1930041"/>
                </a:lnTo>
                <a:lnTo>
                  <a:pt x="0" y="1930041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411091" y="5014661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18473" y="0"/>
                </a:moveTo>
                <a:cubicBezTo>
                  <a:pt x="118473" y="-5957"/>
                  <a:pt x="113661" y="-10770"/>
                  <a:pt x="107703" y="-10770"/>
                </a:cubicBezTo>
                <a:cubicBezTo>
                  <a:pt x="101746" y="-10770"/>
                  <a:pt x="96933" y="-5957"/>
                  <a:pt x="96933" y="0"/>
                </a:cubicBezTo>
                <a:lnTo>
                  <a:pt x="96933" y="21541"/>
                </a:lnTo>
                <a:lnTo>
                  <a:pt x="64622" y="21541"/>
                </a:lnTo>
                <a:cubicBezTo>
                  <a:pt x="46784" y="21541"/>
                  <a:pt x="32311" y="36013"/>
                  <a:pt x="32311" y="53852"/>
                </a:cubicBezTo>
                <a:lnTo>
                  <a:pt x="32311" y="129244"/>
                </a:lnTo>
                <a:cubicBezTo>
                  <a:pt x="32311" y="147082"/>
                  <a:pt x="46784" y="161555"/>
                  <a:pt x="64622" y="161555"/>
                </a:cubicBezTo>
                <a:lnTo>
                  <a:pt x="150784" y="161555"/>
                </a:lnTo>
                <a:cubicBezTo>
                  <a:pt x="168623" y="161555"/>
                  <a:pt x="183095" y="147082"/>
                  <a:pt x="183095" y="129244"/>
                </a:cubicBezTo>
                <a:lnTo>
                  <a:pt x="183095" y="53852"/>
                </a:lnTo>
                <a:cubicBezTo>
                  <a:pt x="183095" y="36013"/>
                  <a:pt x="168623" y="21541"/>
                  <a:pt x="150784" y="21541"/>
                </a:cubicBezTo>
                <a:lnTo>
                  <a:pt x="118473" y="21541"/>
                </a:lnTo>
                <a:lnTo>
                  <a:pt x="118473" y="0"/>
                </a:lnTo>
                <a:close/>
                <a:moveTo>
                  <a:pt x="53852" y="123859"/>
                </a:moveTo>
                <a:cubicBezTo>
                  <a:pt x="53852" y="119382"/>
                  <a:pt x="57453" y="115781"/>
                  <a:pt x="61929" y="115781"/>
                </a:cubicBezTo>
                <a:lnTo>
                  <a:pt x="72700" y="115781"/>
                </a:lnTo>
                <a:cubicBezTo>
                  <a:pt x="77176" y="115781"/>
                  <a:pt x="80777" y="119382"/>
                  <a:pt x="80777" y="123859"/>
                </a:cubicBezTo>
                <a:cubicBezTo>
                  <a:pt x="80777" y="128335"/>
                  <a:pt x="77176" y="131936"/>
                  <a:pt x="72700" y="131936"/>
                </a:cubicBezTo>
                <a:lnTo>
                  <a:pt x="61929" y="131936"/>
                </a:lnTo>
                <a:cubicBezTo>
                  <a:pt x="57453" y="131936"/>
                  <a:pt x="53852" y="128335"/>
                  <a:pt x="53852" y="123859"/>
                </a:cubicBezTo>
                <a:close/>
                <a:moveTo>
                  <a:pt x="94240" y="123859"/>
                </a:moveTo>
                <a:cubicBezTo>
                  <a:pt x="94240" y="119382"/>
                  <a:pt x="97842" y="115781"/>
                  <a:pt x="102318" y="115781"/>
                </a:cubicBezTo>
                <a:lnTo>
                  <a:pt x="113088" y="115781"/>
                </a:lnTo>
                <a:cubicBezTo>
                  <a:pt x="117565" y="115781"/>
                  <a:pt x="121166" y="119382"/>
                  <a:pt x="121166" y="123859"/>
                </a:cubicBezTo>
                <a:cubicBezTo>
                  <a:pt x="121166" y="128335"/>
                  <a:pt x="117565" y="131936"/>
                  <a:pt x="113088" y="131936"/>
                </a:cubicBezTo>
                <a:lnTo>
                  <a:pt x="102318" y="131936"/>
                </a:lnTo>
                <a:cubicBezTo>
                  <a:pt x="97842" y="131936"/>
                  <a:pt x="94240" y="128335"/>
                  <a:pt x="94240" y="123859"/>
                </a:cubicBezTo>
                <a:close/>
                <a:moveTo>
                  <a:pt x="134629" y="123859"/>
                </a:moveTo>
                <a:cubicBezTo>
                  <a:pt x="134629" y="119382"/>
                  <a:pt x="138230" y="115781"/>
                  <a:pt x="142707" y="115781"/>
                </a:cubicBezTo>
                <a:lnTo>
                  <a:pt x="153477" y="115781"/>
                </a:lnTo>
                <a:cubicBezTo>
                  <a:pt x="157953" y="115781"/>
                  <a:pt x="161555" y="119382"/>
                  <a:pt x="161555" y="123859"/>
                </a:cubicBezTo>
                <a:cubicBezTo>
                  <a:pt x="161555" y="128335"/>
                  <a:pt x="157953" y="131936"/>
                  <a:pt x="153477" y="131936"/>
                </a:cubicBezTo>
                <a:lnTo>
                  <a:pt x="142707" y="131936"/>
                </a:lnTo>
                <a:cubicBezTo>
                  <a:pt x="138230" y="131936"/>
                  <a:pt x="134629" y="128335"/>
                  <a:pt x="134629" y="123859"/>
                </a:cubicBezTo>
                <a:close/>
                <a:moveTo>
                  <a:pt x="75392" y="59237"/>
                </a:moveTo>
                <a:cubicBezTo>
                  <a:pt x="84309" y="59237"/>
                  <a:pt x="91548" y="66476"/>
                  <a:pt x="91548" y="75392"/>
                </a:cubicBezTo>
                <a:cubicBezTo>
                  <a:pt x="91548" y="84309"/>
                  <a:pt x="84309" y="91548"/>
                  <a:pt x="75392" y="91548"/>
                </a:cubicBezTo>
                <a:cubicBezTo>
                  <a:pt x="66476" y="91548"/>
                  <a:pt x="59237" y="84309"/>
                  <a:pt x="59237" y="75392"/>
                </a:cubicBezTo>
                <a:cubicBezTo>
                  <a:pt x="59237" y="66476"/>
                  <a:pt x="66476" y="59237"/>
                  <a:pt x="75392" y="59237"/>
                </a:cubicBezTo>
                <a:close/>
                <a:moveTo>
                  <a:pt x="123859" y="75392"/>
                </a:moveTo>
                <a:cubicBezTo>
                  <a:pt x="123859" y="66476"/>
                  <a:pt x="131098" y="59237"/>
                  <a:pt x="140014" y="59237"/>
                </a:cubicBezTo>
                <a:cubicBezTo>
                  <a:pt x="148931" y="59237"/>
                  <a:pt x="156170" y="66476"/>
                  <a:pt x="156170" y="75392"/>
                </a:cubicBezTo>
                <a:cubicBezTo>
                  <a:pt x="156170" y="84309"/>
                  <a:pt x="148931" y="91548"/>
                  <a:pt x="140014" y="91548"/>
                </a:cubicBezTo>
                <a:cubicBezTo>
                  <a:pt x="131098" y="91548"/>
                  <a:pt x="123859" y="84309"/>
                  <a:pt x="123859" y="75392"/>
                </a:cubicBezTo>
                <a:close/>
                <a:moveTo>
                  <a:pt x="21541" y="75392"/>
                </a:moveTo>
                <a:cubicBezTo>
                  <a:pt x="21541" y="69435"/>
                  <a:pt x="16728" y="64622"/>
                  <a:pt x="10770" y="64622"/>
                </a:cubicBezTo>
                <a:cubicBezTo>
                  <a:pt x="4813" y="64622"/>
                  <a:pt x="0" y="69435"/>
                  <a:pt x="0" y="75392"/>
                </a:cubicBezTo>
                <a:lnTo>
                  <a:pt x="0" y="107703"/>
                </a:lnTo>
                <a:cubicBezTo>
                  <a:pt x="0" y="113661"/>
                  <a:pt x="4813" y="118473"/>
                  <a:pt x="10770" y="118473"/>
                </a:cubicBezTo>
                <a:cubicBezTo>
                  <a:pt x="16728" y="118473"/>
                  <a:pt x="21541" y="113661"/>
                  <a:pt x="21541" y="107703"/>
                </a:cubicBezTo>
                <a:lnTo>
                  <a:pt x="21541" y="75392"/>
                </a:lnTo>
                <a:close/>
                <a:moveTo>
                  <a:pt x="204636" y="64622"/>
                </a:moveTo>
                <a:cubicBezTo>
                  <a:pt x="198679" y="64622"/>
                  <a:pt x="193866" y="69435"/>
                  <a:pt x="193866" y="75392"/>
                </a:cubicBezTo>
                <a:lnTo>
                  <a:pt x="193866" y="107703"/>
                </a:lnTo>
                <a:cubicBezTo>
                  <a:pt x="193866" y="113661"/>
                  <a:pt x="198679" y="118473"/>
                  <a:pt x="204636" y="118473"/>
                </a:cubicBezTo>
                <a:cubicBezTo>
                  <a:pt x="210593" y="118473"/>
                  <a:pt x="215406" y="113661"/>
                  <a:pt x="215406" y="107703"/>
                </a:cubicBezTo>
                <a:lnTo>
                  <a:pt x="215406" y="75392"/>
                </a:lnTo>
                <a:cubicBezTo>
                  <a:pt x="215406" y="69435"/>
                  <a:pt x="210593" y="64622"/>
                  <a:pt x="204636" y="64622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626497" y="4980196"/>
            <a:ext cx="3213863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11091" y="5324846"/>
            <a:ext cx="3343107" cy="585905"/>
          </a:xfrm>
          <a:custGeom>
            <a:avLst/>
            <a:gdLst/>
            <a:ahLst/>
            <a:cxnLst/>
            <a:rect l="l" t="t" r="r" b="b"/>
            <a:pathLst>
              <a:path w="3343107" h="585905">
                <a:moveTo>
                  <a:pt x="34463" y="0"/>
                </a:moveTo>
                <a:lnTo>
                  <a:pt x="3308644" y="0"/>
                </a:lnTo>
                <a:cubicBezTo>
                  <a:pt x="3327677" y="0"/>
                  <a:pt x="3343107" y="15430"/>
                  <a:pt x="3343107" y="34463"/>
                </a:cubicBezTo>
                <a:lnTo>
                  <a:pt x="3343107" y="551442"/>
                </a:lnTo>
                <a:cubicBezTo>
                  <a:pt x="3343107" y="570476"/>
                  <a:pt x="3327677" y="585905"/>
                  <a:pt x="3308644" y="585905"/>
                </a:cubicBezTo>
                <a:lnTo>
                  <a:pt x="34463" y="585905"/>
                </a:lnTo>
                <a:cubicBezTo>
                  <a:pt x="15430" y="585905"/>
                  <a:pt x="0" y="570476"/>
                  <a:pt x="0" y="551442"/>
                </a:cubicBezTo>
                <a:lnTo>
                  <a:pt x="0" y="34463"/>
                </a:lnTo>
                <a:cubicBezTo>
                  <a:pt x="0" y="15442"/>
                  <a:pt x="15442" y="0"/>
                  <a:pt x="3446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514486" y="5428241"/>
            <a:ext cx="3205247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Telegram Bot API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514486" y="5635031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Webhook management, message handling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411091" y="5979681"/>
            <a:ext cx="3343107" cy="585905"/>
          </a:xfrm>
          <a:custGeom>
            <a:avLst/>
            <a:gdLst/>
            <a:ahLst/>
            <a:cxnLst/>
            <a:rect l="l" t="t" r="r" b="b"/>
            <a:pathLst>
              <a:path w="3343107" h="585905">
                <a:moveTo>
                  <a:pt x="34463" y="0"/>
                </a:moveTo>
                <a:lnTo>
                  <a:pt x="3308644" y="0"/>
                </a:lnTo>
                <a:cubicBezTo>
                  <a:pt x="3327677" y="0"/>
                  <a:pt x="3343107" y="15430"/>
                  <a:pt x="3343107" y="34463"/>
                </a:cubicBezTo>
                <a:lnTo>
                  <a:pt x="3343107" y="551442"/>
                </a:lnTo>
                <a:cubicBezTo>
                  <a:pt x="3343107" y="570476"/>
                  <a:pt x="3327677" y="585905"/>
                  <a:pt x="3308644" y="585905"/>
                </a:cubicBezTo>
                <a:lnTo>
                  <a:pt x="34463" y="585905"/>
                </a:lnTo>
                <a:cubicBezTo>
                  <a:pt x="15430" y="585905"/>
                  <a:pt x="0" y="570476"/>
                  <a:pt x="0" y="551442"/>
                </a:cubicBezTo>
                <a:lnTo>
                  <a:pt x="0" y="34463"/>
                </a:lnTo>
                <a:cubicBezTo>
                  <a:pt x="0" y="15442"/>
                  <a:pt x="15442" y="0"/>
                  <a:pt x="3446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514486" y="6083076"/>
            <a:ext cx="3205247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Groq AI API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514486" y="6289866"/>
            <a:ext cx="319663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LLM inference (300+ tokens/sec)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28575" y="4942284"/>
            <a:ext cx="1809413" cy="654835"/>
          </a:xfrm>
          <a:custGeom>
            <a:avLst/>
            <a:gdLst/>
            <a:ahLst/>
            <a:cxnLst/>
            <a:rect l="l" t="t" r="r" b="b"/>
            <a:pathLst>
              <a:path w="1809413" h="654835">
                <a:moveTo>
                  <a:pt x="0" y="0"/>
                </a:moveTo>
                <a:lnTo>
                  <a:pt x="1809413" y="0"/>
                </a:lnTo>
                <a:lnTo>
                  <a:pt x="1809413" y="654835"/>
                </a:lnTo>
                <a:lnTo>
                  <a:pt x="0" y="654835"/>
                </a:lnTo>
                <a:lnTo>
                  <a:pt x="0" y="0"/>
                </a:lnTo>
                <a:close/>
              </a:path>
            </a:pathLst>
          </a:custGeom>
          <a:solidFill>
            <a:srgbClr val="242D36"/>
          </a:solidFill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8180272" y="5045679"/>
            <a:ext cx="1706018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201813" y="5321290"/>
            <a:ext cx="166293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0090" y="4942284"/>
            <a:ext cx="1809413" cy="654835"/>
          </a:xfrm>
          <a:custGeom>
            <a:avLst/>
            <a:gdLst/>
            <a:ahLst/>
            <a:cxnLst/>
            <a:rect l="l" t="t" r="r" b="b"/>
            <a:pathLst>
              <a:path w="1809413" h="654835">
                <a:moveTo>
                  <a:pt x="0" y="0"/>
                </a:moveTo>
                <a:lnTo>
                  <a:pt x="1809413" y="0"/>
                </a:lnTo>
                <a:lnTo>
                  <a:pt x="1809413" y="654835"/>
                </a:lnTo>
                <a:lnTo>
                  <a:pt x="0" y="65483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0091788" y="5045679"/>
            <a:ext cx="1706018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IaC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13329" y="5321290"/>
            <a:ext cx="166293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128575" y="5700405"/>
            <a:ext cx="1809413" cy="654835"/>
          </a:xfrm>
          <a:custGeom>
            <a:avLst/>
            <a:gdLst/>
            <a:ahLst/>
            <a:cxnLst/>
            <a:rect l="l" t="t" r="r" b="b"/>
            <a:pathLst>
              <a:path w="1809413" h="654835">
                <a:moveTo>
                  <a:pt x="0" y="0"/>
                </a:moveTo>
                <a:lnTo>
                  <a:pt x="1809413" y="0"/>
                </a:lnTo>
                <a:lnTo>
                  <a:pt x="1809413" y="654835"/>
                </a:lnTo>
                <a:lnTo>
                  <a:pt x="0" y="65483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8180272" y="5803800"/>
            <a:ext cx="1706018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300+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201813" y="6079415"/>
            <a:ext cx="166293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TPS (Groq)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0040090" y="5700405"/>
            <a:ext cx="1809413" cy="654835"/>
          </a:xfrm>
          <a:custGeom>
            <a:avLst/>
            <a:gdLst/>
            <a:ahLst/>
            <a:cxnLst/>
            <a:rect l="l" t="t" r="r" b="b"/>
            <a:pathLst>
              <a:path w="1809413" h="654835">
                <a:moveTo>
                  <a:pt x="0" y="0"/>
                </a:moveTo>
                <a:lnTo>
                  <a:pt x="1809413" y="0"/>
                </a:lnTo>
                <a:lnTo>
                  <a:pt x="1809413" y="654835"/>
                </a:lnTo>
                <a:lnTo>
                  <a:pt x="0" y="65483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10091788" y="5803800"/>
            <a:ext cx="1706018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113329" y="6079415"/>
            <a:ext cx="166293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Cold Start</a:t>
            </a:r>
            <a:endParaRPr lang="en-US" sz="1600" dirty="0"/>
          </a:p>
        </p:txBody>
      </p:sp>
      <p:sp>
        <p:nvSpPr>
          <p:cNvPr id="84" name="Shape 51"/>
          <p:cNvSpPr/>
          <p:nvPr/>
        </p:nvSpPr>
        <p:spPr>
          <a:xfrm>
            <a:off x="4253845" y="4928498"/>
            <a:ext cx="3704989" cy="1757715"/>
          </a:xfrm>
          <a:custGeom>
            <a:avLst/>
            <a:gdLst/>
            <a:ahLst/>
            <a:cxnLst/>
            <a:rect l="l" t="t" r="r" b="b"/>
            <a:pathLst>
              <a:path w="3704989" h="1930041">
                <a:moveTo>
                  <a:pt x="0" y="0"/>
                </a:moveTo>
                <a:lnTo>
                  <a:pt x="3704989" y="0"/>
                </a:lnTo>
                <a:lnTo>
                  <a:pt x="3704989" y="1930041"/>
                </a:lnTo>
                <a:lnTo>
                  <a:pt x="0" y="193004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2" name="Shape 3"/>
          <p:cNvSpPr/>
          <p:nvPr/>
        </p:nvSpPr>
        <p:spPr>
          <a:xfrm>
            <a:off x="8305394" y="1523167"/>
            <a:ext cx="126206" cy="147387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5" name="Text 4"/>
          <p:cNvSpPr/>
          <p:nvPr/>
        </p:nvSpPr>
        <p:spPr>
          <a:xfrm>
            <a:off x="8471743" y="1468834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0E2E5"/>
                </a:solidFill>
                <a:latin typeface="Liter" panose="02000503030000020004" charset="0"/>
              </a:rPr>
              <a:t>Development</a:t>
            </a:r>
            <a:r>
              <a:rPr lang="en-US" sz="1500" b="1" dirty="0">
                <a:solidFill>
                  <a:srgbClr val="4DB6AC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355" b="1" dirty="0">
                <a:solidFill>
                  <a:srgbClr val="E0E2E5"/>
                </a:solidFill>
                <a:latin typeface="Liter" panose="02000503030000020004" charset="0"/>
              </a:rPr>
              <a:t>Tools</a:t>
            </a:r>
          </a:p>
        </p:txBody>
      </p:sp>
      <p:sp>
        <p:nvSpPr>
          <p:cNvPr id="86" name="Shape 5"/>
          <p:cNvSpPr/>
          <p:nvPr/>
        </p:nvSpPr>
        <p:spPr>
          <a:xfrm>
            <a:off x="8233618" y="1849834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7" name="Shape 6"/>
          <p:cNvSpPr/>
          <p:nvPr/>
        </p:nvSpPr>
        <p:spPr>
          <a:xfrm>
            <a:off x="8312199" y="1954609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169" y="79128"/>
                </a:moveTo>
                <a:lnTo>
                  <a:pt x="95034" y="79128"/>
                </a:lnTo>
                <a:lnTo>
                  <a:pt x="95034" y="59237"/>
                </a:lnTo>
                <a:lnTo>
                  <a:pt x="117169" y="59237"/>
                </a:lnTo>
                <a:lnTo>
                  <a:pt x="117169" y="79128"/>
                </a:lnTo>
                <a:close/>
                <a:moveTo>
                  <a:pt x="117169" y="10716"/>
                </a:moveTo>
                <a:lnTo>
                  <a:pt x="95034" y="10716"/>
                </a:lnTo>
                <a:lnTo>
                  <a:pt x="95034" y="31042"/>
                </a:lnTo>
                <a:lnTo>
                  <a:pt x="117169" y="31042"/>
                </a:lnTo>
                <a:lnTo>
                  <a:pt x="117169" y="10716"/>
                </a:lnTo>
                <a:close/>
                <a:moveTo>
                  <a:pt x="143355" y="59204"/>
                </a:moveTo>
                <a:lnTo>
                  <a:pt x="121221" y="59204"/>
                </a:lnTo>
                <a:lnTo>
                  <a:pt x="121221" y="79095"/>
                </a:lnTo>
                <a:lnTo>
                  <a:pt x="143355" y="79095"/>
                </a:lnTo>
                <a:lnTo>
                  <a:pt x="143355" y="59204"/>
                </a:lnTo>
                <a:close/>
                <a:moveTo>
                  <a:pt x="91016" y="35060"/>
                </a:moveTo>
                <a:lnTo>
                  <a:pt x="68881" y="35060"/>
                </a:lnTo>
                <a:lnTo>
                  <a:pt x="68881" y="55185"/>
                </a:lnTo>
                <a:lnTo>
                  <a:pt x="91016" y="55185"/>
                </a:lnTo>
                <a:lnTo>
                  <a:pt x="91016" y="35060"/>
                </a:lnTo>
                <a:close/>
                <a:moveTo>
                  <a:pt x="117169" y="35060"/>
                </a:moveTo>
                <a:lnTo>
                  <a:pt x="95034" y="35060"/>
                </a:lnTo>
                <a:lnTo>
                  <a:pt x="95034" y="55185"/>
                </a:lnTo>
                <a:lnTo>
                  <a:pt x="117169" y="55185"/>
                </a:lnTo>
                <a:lnTo>
                  <a:pt x="117169" y="35060"/>
                </a:lnTo>
                <a:close/>
                <a:moveTo>
                  <a:pt x="209859" y="68547"/>
                </a:moveTo>
                <a:cubicBezTo>
                  <a:pt x="205037" y="65298"/>
                  <a:pt x="193919" y="64126"/>
                  <a:pt x="185380" y="65734"/>
                </a:cubicBezTo>
                <a:cubicBezTo>
                  <a:pt x="184275" y="57697"/>
                  <a:pt x="179788" y="50698"/>
                  <a:pt x="171617" y="44403"/>
                </a:cubicBezTo>
                <a:lnTo>
                  <a:pt x="166929" y="41289"/>
                </a:lnTo>
                <a:lnTo>
                  <a:pt x="163815" y="45977"/>
                </a:lnTo>
                <a:cubicBezTo>
                  <a:pt x="157654" y="55286"/>
                  <a:pt x="155979" y="70623"/>
                  <a:pt x="162576" y="80736"/>
                </a:cubicBezTo>
                <a:cubicBezTo>
                  <a:pt x="159663" y="82309"/>
                  <a:pt x="153937" y="84453"/>
                  <a:pt x="146369" y="84319"/>
                </a:cubicBezTo>
                <a:lnTo>
                  <a:pt x="804" y="84319"/>
                </a:lnTo>
                <a:cubicBezTo>
                  <a:pt x="-2110" y="101330"/>
                  <a:pt x="2746" y="123431"/>
                  <a:pt x="15538" y="138600"/>
                </a:cubicBezTo>
                <a:cubicBezTo>
                  <a:pt x="27961" y="153300"/>
                  <a:pt x="46579" y="160768"/>
                  <a:pt x="70924" y="160768"/>
                </a:cubicBezTo>
                <a:cubicBezTo>
                  <a:pt x="123632" y="160768"/>
                  <a:pt x="162643" y="136490"/>
                  <a:pt x="180893" y="92389"/>
                </a:cubicBezTo>
                <a:cubicBezTo>
                  <a:pt x="188059" y="92523"/>
                  <a:pt x="203530" y="92422"/>
                  <a:pt x="211466" y="77253"/>
                </a:cubicBezTo>
                <a:cubicBezTo>
                  <a:pt x="211968" y="76416"/>
                  <a:pt x="213676" y="72833"/>
                  <a:pt x="214313" y="71527"/>
                </a:cubicBezTo>
                <a:lnTo>
                  <a:pt x="209859" y="68547"/>
                </a:lnTo>
                <a:close/>
                <a:moveTo>
                  <a:pt x="38710" y="59204"/>
                </a:moveTo>
                <a:lnTo>
                  <a:pt x="16609" y="59204"/>
                </a:lnTo>
                <a:lnTo>
                  <a:pt x="16609" y="79095"/>
                </a:lnTo>
                <a:lnTo>
                  <a:pt x="38744" y="79095"/>
                </a:lnTo>
                <a:lnTo>
                  <a:pt x="38744" y="59204"/>
                </a:lnTo>
                <a:lnTo>
                  <a:pt x="38710" y="59204"/>
                </a:lnTo>
                <a:close/>
                <a:moveTo>
                  <a:pt x="64863" y="59204"/>
                </a:moveTo>
                <a:lnTo>
                  <a:pt x="42729" y="59204"/>
                </a:lnTo>
                <a:lnTo>
                  <a:pt x="42729" y="79095"/>
                </a:lnTo>
                <a:lnTo>
                  <a:pt x="64863" y="79095"/>
                </a:lnTo>
                <a:lnTo>
                  <a:pt x="64863" y="59204"/>
                </a:lnTo>
                <a:close/>
                <a:moveTo>
                  <a:pt x="91016" y="59204"/>
                </a:moveTo>
                <a:lnTo>
                  <a:pt x="68881" y="59204"/>
                </a:lnTo>
                <a:lnTo>
                  <a:pt x="68881" y="79095"/>
                </a:lnTo>
                <a:lnTo>
                  <a:pt x="91016" y="79095"/>
                </a:lnTo>
                <a:lnTo>
                  <a:pt x="91016" y="59204"/>
                </a:lnTo>
                <a:close/>
                <a:moveTo>
                  <a:pt x="64863" y="35060"/>
                </a:moveTo>
                <a:lnTo>
                  <a:pt x="42729" y="35060"/>
                </a:lnTo>
                <a:lnTo>
                  <a:pt x="42729" y="55185"/>
                </a:lnTo>
                <a:lnTo>
                  <a:pt x="64863" y="55185"/>
                </a:lnTo>
                <a:lnTo>
                  <a:pt x="64863" y="3506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8" name="Text 7"/>
          <p:cNvSpPr/>
          <p:nvPr/>
        </p:nvSpPr>
        <p:spPr>
          <a:xfrm>
            <a:off x="8600331" y="1926034"/>
            <a:ext cx="561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5" b="1" dirty="0">
                <a:solidFill>
                  <a:srgbClr val="E0E2E5"/>
                </a:solidFill>
                <a:latin typeface="Quattrocento Sans" panose="020B0502050000020003" pitchFamily="34" charset="0"/>
              </a:rPr>
              <a:t>Docker</a:t>
            </a:r>
          </a:p>
        </p:txBody>
      </p:sp>
      <p:sp>
        <p:nvSpPr>
          <p:cNvPr id="89" name="Text 8"/>
          <p:cNvSpPr/>
          <p:nvPr/>
        </p:nvSpPr>
        <p:spPr>
          <a:xfrm>
            <a:off x="10685550" y="1919136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</a:rPr>
              <a:t>Containerization</a:t>
            </a:r>
          </a:p>
        </p:txBody>
      </p:sp>
      <p:sp>
        <p:nvSpPr>
          <p:cNvPr id="90" name="Shape 9"/>
          <p:cNvSpPr/>
          <p:nvPr/>
        </p:nvSpPr>
        <p:spPr>
          <a:xfrm>
            <a:off x="8233618" y="2345134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1" name="Shape 10"/>
          <p:cNvSpPr/>
          <p:nvPr/>
        </p:nvSpPr>
        <p:spPr>
          <a:xfrm>
            <a:off x="8322915" y="244990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92" name="Text 11"/>
          <p:cNvSpPr/>
          <p:nvPr/>
        </p:nvSpPr>
        <p:spPr>
          <a:xfrm>
            <a:off x="8600331" y="2421334"/>
            <a:ext cx="819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5" b="1" dirty="0" err="1">
                <a:solidFill>
                  <a:srgbClr val="E0E2E5"/>
                </a:solidFill>
                <a:latin typeface="Quattrocento Sans" panose="020B0502050000020003" pitchFamily="34" charset="0"/>
              </a:rPr>
              <a:t>LocalStack</a:t>
            </a:r>
            <a:endParaRPr lang="en-US" sz="1085" b="1" dirty="0">
              <a:solidFill>
                <a:srgbClr val="E0E2E5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10878115" y="2421334"/>
            <a:ext cx="819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</a:rPr>
              <a:t>Local AWS</a:t>
            </a:r>
          </a:p>
        </p:txBody>
      </p:sp>
      <p:sp>
        <p:nvSpPr>
          <p:cNvPr id="94" name="Shape 13"/>
          <p:cNvSpPr/>
          <p:nvPr/>
        </p:nvSpPr>
        <p:spPr>
          <a:xfrm>
            <a:off x="8233618" y="2840434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5" name="Shape 14"/>
          <p:cNvSpPr/>
          <p:nvPr/>
        </p:nvSpPr>
        <p:spPr>
          <a:xfrm>
            <a:off x="8312199" y="2945209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60409" y="67977"/>
                </a:moveTo>
                <a:cubicBezTo>
                  <a:pt x="60175" y="75545"/>
                  <a:pt x="63959" y="78927"/>
                  <a:pt x="64059" y="81037"/>
                </a:cubicBezTo>
                <a:cubicBezTo>
                  <a:pt x="64026" y="81472"/>
                  <a:pt x="63858" y="81874"/>
                  <a:pt x="63624" y="82242"/>
                </a:cubicBezTo>
                <a:cubicBezTo>
                  <a:pt x="63390" y="82611"/>
                  <a:pt x="63055" y="82912"/>
                  <a:pt x="62686" y="83113"/>
                </a:cubicBezTo>
                <a:lnTo>
                  <a:pt x="58400" y="86127"/>
                </a:lnTo>
                <a:cubicBezTo>
                  <a:pt x="57831" y="86529"/>
                  <a:pt x="57195" y="86730"/>
                  <a:pt x="56525" y="86763"/>
                </a:cubicBezTo>
                <a:cubicBezTo>
                  <a:pt x="56391" y="86763"/>
                  <a:pt x="53779" y="87366"/>
                  <a:pt x="49660" y="78191"/>
                </a:cubicBezTo>
                <a:cubicBezTo>
                  <a:pt x="47149" y="81338"/>
                  <a:pt x="43968" y="83850"/>
                  <a:pt x="40318" y="85558"/>
                </a:cubicBezTo>
                <a:cubicBezTo>
                  <a:pt x="36668" y="87265"/>
                  <a:pt x="32716" y="88136"/>
                  <a:pt x="28698" y="88069"/>
                </a:cubicBezTo>
                <a:cubicBezTo>
                  <a:pt x="23240" y="88370"/>
                  <a:pt x="8472" y="84988"/>
                  <a:pt x="9242" y="69250"/>
                </a:cubicBezTo>
                <a:cubicBezTo>
                  <a:pt x="8706" y="56424"/>
                  <a:pt x="20661" y="48455"/>
                  <a:pt x="32984" y="49158"/>
                </a:cubicBezTo>
                <a:cubicBezTo>
                  <a:pt x="35362" y="49158"/>
                  <a:pt x="40217" y="49292"/>
                  <a:pt x="48723" y="51268"/>
                </a:cubicBezTo>
                <a:lnTo>
                  <a:pt x="48723" y="46044"/>
                </a:lnTo>
                <a:cubicBezTo>
                  <a:pt x="49627" y="37170"/>
                  <a:pt x="43800" y="30305"/>
                  <a:pt x="33721" y="31343"/>
                </a:cubicBezTo>
                <a:cubicBezTo>
                  <a:pt x="32917" y="31343"/>
                  <a:pt x="27224" y="31176"/>
                  <a:pt x="18384" y="34725"/>
                </a:cubicBezTo>
                <a:cubicBezTo>
                  <a:pt x="15906" y="35864"/>
                  <a:pt x="15605" y="35663"/>
                  <a:pt x="14767" y="35663"/>
                </a:cubicBezTo>
                <a:cubicBezTo>
                  <a:pt x="12289" y="35663"/>
                  <a:pt x="13294" y="28463"/>
                  <a:pt x="13796" y="27559"/>
                </a:cubicBezTo>
                <a:cubicBezTo>
                  <a:pt x="15538" y="25416"/>
                  <a:pt x="25818" y="21398"/>
                  <a:pt x="35864" y="21465"/>
                </a:cubicBezTo>
                <a:cubicBezTo>
                  <a:pt x="42595" y="20862"/>
                  <a:pt x="49292" y="22938"/>
                  <a:pt x="54516" y="27258"/>
                </a:cubicBezTo>
                <a:cubicBezTo>
                  <a:pt x="56625" y="29635"/>
                  <a:pt x="58266" y="32415"/>
                  <a:pt x="59271" y="35429"/>
                </a:cubicBezTo>
                <a:cubicBezTo>
                  <a:pt x="60275" y="38442"/>
                  <a:pt x="60677" y="41624"/>
                  <a:pt x="60443" y="44805"/>
                </a:cubicBezTo>
                <a:lnTo>
                  <a:pt x="60443" y="68011"/>
                </a:lnTo>
                <a:close/>
                <a:moveTo>
                  <a:pt x="31477" y="78827"/>
                </a:moveTo>
                <a:cubicBezTo>
                  <a:pt x="42327" y="78659"/>
                  <a:pt x="46948" y="72130"/>
                  <a:pt x="47986" y="68613"/>
                </a:cubicBezTo>
                <a:cubicBezTo>
                  <a:pt x="48823" y="65231"/>
                  <a:pt x="48689" y="63122"/>
                  <a:pt x="48689" y="59438"/>
                </a:cubicBezTo>
                <a:cubicBezTo>
                  <a:pt x="45441" y="58668"/>
                  <a:pt x="40786" y="57797"/>
                  <a:pt x="35429" y="57797"/>
                </a:cubicBezTo>
                <a:cubicBezTo>
                  <a:pt x="30339" y="57429"/>
                  <a:pt x="21096" y="59673"/>
                  <a:pt x="21465" y="68613"/>
                </a:cubicBezTo>
                <a:cubicBezTo>
                  <a:pt x="21063" y="74239"/>
                  <a:pt x="25182" y="79128"/>
                  <a:pt x="31511" y="78827"/>
                </a:cubicBezTo>
                <a:close/>
                <a:moveTo>
                  <a:pt x="88705" y="86562"/>
                </a:moveTo>
                <a:cubicBezTo>
                  <a:pt x="86060" y="86797"/>
                  <a:pt x="84854" y="84921"/>
                  <a:pt x="84453" y="83080"/>
                </a:cubicBezTo>
                <a:lnTo>
                  <a:pt x="67776" y="27928"/>
                </a:lnTo>
                <a:cubicBezTo>
                  <a:pt x="67441" y="26990"/>
                  <a:pt x="67241" y="26052"/>
                  <a:pt x="67140" y="25048"/>
                </a:cubicBezTo>
                <a:cubicBezTo>
                  <a:pt x="67073" y="24646"/>
                  <a:pt x="67174" y="24244"/>
                  <a:pt x="67408" y="23909"/>
                </a:cubicBezTo>
                <a:cubicBezTo>
                  <a:pt x="67642" y="23574"/>
                  <a:pt x="68011" y="23373"/>
                  <a:pt x="68413" y="23306"/>
                </a:cubicBezTo>
                <a:cubicBezTo>
                  <a:pt x="68480" y="23306"/>
                  <a:pt x="67709" y="23306"/>
                  <a:pt x="75847" y="23306"/>
                </a:cubicBezTo>
                <a:cubicBezTo>
                  <a:pt x="78793" y="23005"/>
                  <a:pt x="79731" y="25316"/>
                  <a:pt x="80066" y="26789"/>
                </a:cubicBezTo>
                <a:lnTo>
                  <a:pt x="92054" y="73938"/>
                </a:lnTo>
                <a:lnTo>
                  <a:pt x="103171" y="26789"/>
                </a:lnTo>
                <a:cubicBezTo>
                  <a:pt x="103339" y="25718"/>
                  <a:pt x="104142" y="23072"/>
                  <a:pt x="107458" y="23373"/>
                </a:cubicBezTo>
                <a:lnTo>
                  <a:pt x="113217" y="23373"/>
                </a:lnTo>
                <a:cubicBezTo>
                  <a:pt x="113954" y="23306"/>
                  <a:pt x="116934" y="23206"/>
                  <a:pt x="117470" y="26856"/>
                </a:cubicBezTo>
                <a:lnTo>
                  <a:pt x="128621" y="74574"/>
                </a:lnTo>
                <a:lnTo>
                  <a:pt x="140977" y="26823"/>
                </a:lnTo>
                <a:cubicBezTo>
                  <a:pt x="141145" y="26086"/>
                  <a:pt x="141882" y="23005"/>
                  <a:pt x="145230" y="23340"/>
                </a:cubicBezTo>
                <a:lnTo>
                  <a:pt x="151827" y="23340"/>
                </a:lnTo>
                <a:cubicBezTo>
                  <a:pt x="152128" y="23306"/>
                  <a:pt x="153903" y="23072"/>
                  <a:pt x="153602" y="26220"/>
                </a:cubicBezTo>
                <a:cubicBezTo>
                  <a:pt x="153468" y="26823"/>
                  <a:pt x="154740" y="22637"/>
                  <a:pt x="135921" y="83113"/>
                </a:cubicBezTo>
                <a:cubicBezTo>
                  <a:pt x="135553" y="84955"/>
                  <a:pt x="134314" y="86830"/>
                  <a:pt x="131668" y="86596"/>
                </a:cubicBezTo>
                <a:lnTo>
                  <a:pt x="125406" y="86596"/>
                </a:lnTo>
                <a:cubicBezTo>
                  <a:pt x="121756" y="86997"/>
                  <a:pt x="121221" y="83347"/>
                  <a:pt x="121154" y="83013"/>
                </a:cubicBezTo>
                <a:lnTo>
                  <a:pt x="110036" y="37103"/>
                </a:lnTo>
                <a:lnTo>
                  <a:pt x="99053" y="82979"/>
                </a:lnTo>
                <a:cubicBezTo>
                  <a:pt x="98986" y="83347"/>
                  <a:pt x="98483" y="86964"/>
                  <a:pt x="94800" y="86562"/>
                </a:cubicBezTo>
                <a:lnTo>
                  <a:pt x="88672" y="86562"/>
                </a:lnTo>
                <a:lnTo>
                  <a:pt x="88672" y="86562"/>
                </a:lnTo>
                <a:close/>
                <a:moveTo>
                  <a:pt x="180290" y="88437"/>
                </a:moveTo>
                <a:cubicBezTo>
                  <a:pt x="178315" y="88437"/>
                  <a:pt x="168939" y="88337"/>
                  <a:pt x="161069" y="84319"/>
                </a:cubicBezTo>
                <a:cubicBezTo>
                  <a:pt x="160299" y="83984"/>
                  <a:pt x="159629" y="83448"/>
                  <a:pt x="159161" y="82711"/>
                </a:cubicBezTo>
                <a:cubicBezTo>
                  <a:pt x="158692" y="81975"/>
                  <a:pt x="158457" y="81171"/>
                  <a:pt x="158457" y="80334"/>
                </a:cubicBezTo>
                <a:lnTo>
                  <a:pt x="158457" y="76751"/>
                </a:lnTo>
                <a:cubicBezTo>
                  <a:pt x="158457" y="73904"/>
                  <a:pt x="160533" y="74440"/>
                  <a:pt x="161404" y="74775"/>
                </a:cubicBezTo>
                <a:cubicBezTo>
                  <a:pt x="164753" y="76148"/>
                  <a:pt x="166929" y="77153"/>
                  <a:pt x="171048" y="77990"/>
                </a:cubicBezTo>
                <a:cubicBezTo>
                  <a:pt x="183338" y="80501"/>
                  <a:pt x="188729" y="77219"/>
                  <a:pt x="190035" y="76483"/>
                </a:cubicBezTo>
                <a:cubicBezTo>
                  <a:pt x="194455" y="73871"/>
                  <a:pt x="194790" y="67877"/>
                  <a:pt x="191810" y="64796"/>
                </a:cubicBezTo>
                <a:cubicBezTo>
                  <a:pt x="188294" y="61849"/>
                  <a:pt x="186619" y="61749"/>
                  <a:pt x="174028" y="57764"/>
                </a:cubicBezTo>
                <a:cubicBezTo>
                  <a:pt x="172488" y="57329"/>
                  <a:pt x="159395" y="53210"/>
                  <a:pt x="159361" y="40217"/>
                </a:cubicBezTo>
                <a:cubicBezTo>
                  <a:pt x="159161" y="30774"/>
                  <a:pt x="167733" y="21398"/>
                  <a:pt x="182634" y="21465"/>
                </a:cubicBezTo>
                <a:cubicBezTo>
                  <a:pt x="186887" y="21465"/>
                  <a:pt x="198172" y="22838"/>
                  <a:pt x="201253" y="26689"/>
                </a:cubicBezTo>
                <a:cubicBezTo>
                  <a:pt x="201722" y="27392"/>
                  <a:pt x="201923" y="28229"/>
                  <a:pt x="201889" y="29033"/>
                </a:cubicBezTo>
                <a:lnTo>
                  <a:pt x="201889" y="32415"/>
                </a:lnTo>
                <a:cubicBezTo>
                  <a:pt x="201889" y="33888"/>
                  <a:pt x="201353" y="34658"/>
                  <a:pt x="200248" y="34658"/>
                </a:cubicBezTo>
                <a:cubicBezTo>
                  <a:pt x="197670" y="34357"/>
                  <a:pt x="193082" y="30908"/>
                  <a:pt x="183773" y="31042"/>
                </a:cubicBezTo>
                <a:cubicBezTo>
                  <a:pt x="181462" y="30908"/>
                  <a:pt x="170412" y="31343"/>
                  <a:pt x="170914" y="39413"/>
                </a:cubicBezTo>
                <a:cubicBezTo>
                  <a:pt x="170780" y="45776"/>
                  <a:pt x="179822" y="48153"/>
                  <a:pt x="180860" y="48421"/>
                </a:cubicBezTo>
                <a:cubicBezTo>
                  <a:pt x="193082" y="52105"/>
                  <a:pt x="197134" y="52707"/>
                  <a:pt x="201990" y="58333"/>
                </a:cubicBezTo>
                <a:cubicBezTo>
                  <a:pt x="207716" y="65767"/>
                  <a:pt x="204635" y="74507"/>
                  <a:pt x="203429" y="76885"/>
                </a:cubicBezTo>
                <a:cubicBezTo>
                  <a:pt x="197034" y="89442"/>
                  <a:pt x="180525" y="88404"/>
                  <a:pt x="180223" y="88404"/>
                </a:cubicBezTo>
                <a:close/>
                <a:moveTo>
                  <a:pt x="193752" y="123565"/>
                </a:moveTo>
                <a:cubicBezTo>
                  <a:pt x="170311" y="140877"/>
                  <a:pt x="136256" y="150086"/>
                  <a:pt x="107190" y="150086"/>
                </a:cubicBezTo>
                <a:cubicBezTo>
                  <a:pt x="67977" y="150354"/>
                  <a:pt x="30071" y="135921"/>
                  <a:pt x="938" y="109668"/>
                </a:cubicBezTo>
                <a:cubicBezTo>
                  <a:pt x="-1239" y="107692"/>
                  <a:pt x="670" y="104980"/>
                  <a:pt x="3349" y="106487"/>
                </a:cubicBezTo>
                <a:cubicBezTo>
                  <a:pt x="35663" y="124971"/>
                  <a:pt x="72230" y="134682"/>
                  <a:pt x="109467" y="134649"/>
                </a:cubicBezTo>
                <a:cubicBezTo>
                  <a:pt x="137260" y="134515"/>
                  <a:pt x="164753" y="128855"/>
                  <a:pt x="190370" y="118073"/>
                </a:cubicBezTo>
                <a:cubicBezTo>
                  <a:pt x="194321" y="116398"/>
                  <a:pt x="197670" y="120685"/>
                  <a:pt x="193752" y="123565"/>
                </a:cubicBezTo>
                <a:close/>
                <a:moveTo>
                  <a:pt x="203530" y="112414"/>
                </a:moveTo>
                <a:cubicBezTo>
                  <a:pt x="200516" y="108563"/>
                  <a:pt x="183673" y="110605"/>
                  <a:pt x="176138" y="111509"/>
                </a:cubicBezTo>
                <a:cubicBezTo>
                  <a:pt x="173861" y="111777"/>
                  <a:pt x="173493" y="109802"/>
                  <a:pt x="175535" y="108328"/>
                </a:cubicBezTo>
                <a:cubicBezTo>
                  <a:pt x="188963" y="98885"/>
                  <a:pt x="210997" y="101598"/>
                  <a:pt x="213509" y="104779"/>
                </a:cubicBezTo>
                <a:cubicBezTo>
                  <a:pt x="216020" y="107960"/>
                  <a:pt x="212806" y="130027"/>
                  <a:pt x="200248" y="140576"/>
                </a:cubicBezTo>
                <a:cubicBezTo>
                  <a:pt x="198306" y="142216"/>
                  <a:pt x="196464" y="141346"/>
                  <a:pt x="197335" y="139203"/>
                </a:cubicBezTo>
                <a:cubicBezTo>
                  <a:pt x="200148" y="132070"/>
                  <a:pt x="206510" y="116265"/>
                  <a:pt x="203496" y="11241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96" name="Text 15"/>
          <p:cNvSpPr/>
          <p:nvPr/>
        </p:nvSpPr>
        <p:spPr>
          <a:xfrm>
            <a:off x="8600331" y="291663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0E0E0"/>
                </a:solidFill>
                <a:latin typeface="Quattrocento Sans" panose="020B0502050000020003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AWS CLI</a:t>
            </a:r>
            <a:endParaRPr lang="en-US" sz="1070" dirty="0">
              <a:latin typeface="Quattrocento Sans" panose="020B0502050000020003" pitchFamily="34" charset="0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10988129" y="2916634"/>
            <a:ext cx="638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</a:rPr>
              <a:t>CLI Tool</a:t>
            </a:r>
          </a:p>
        </p:txBody>
      </p:sp>
      <p:sp>
        <p:nvSpPr>
          <p:cNvPr id="98" name="Shape 17"/>
          <p:cNvSpPr/>
          <p:nvPr/>
        </p:nvSpPr>
        <p:spPr>
          <a:xfrm>
            <a:off x="8233618" y="3335734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304800"/>
                </a:lnTo>
                <a:cubicBezTo>
                  <a:pt x="3390900" y="346856"/>
                  <a:pt x="3356756" y="381000"/>
                  <a:pt x="3314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9" name="Shape 18"/>
          <p:cNvSpPr/>
          <p:nvPr/>
        </p:nvSpPr>
        <p:spPr>
          <a:xfrm>
            <a:off x="8322915" y="344050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0" name="Text 19"/>
          <p:cNvSpPr/>
          <p:nvPr/>
        </p:nvSpPr>
        <p:spPr>
          <a:xfrm>
            <a:off x="8600331" y="3411934"/>
            <a:ext cx="466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 err="1">
                <a:solidFill>
                  <a:srgbClr val="E0E0E0"/>
                </a:solidFill>
                <a:latin typeface="Quattrocento Sans" panose="020B0502050000020003" pitchFamily="34" charset="0"/>
              </a:rPr>
              <a:t>ngrok</a:t>
            </a:r>
            <a:endParaRPr lang="en-US" sz="1070" dirty="0">
              <a:solidFill>
                <a:srgbClr val="E0E0E0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10976818" y="3396526"/>
            <a:ext cx="74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anose="020B0502050000020003" pitchFamily="34" charset="0"/>
              </a:rPr>
              <a:t>Tunneling</a:t>
            </a:r>
          </a:p>
        </p:txBody>
      </p:sp>
      <p:sp>
        <p:nvSpPr>
          <p:cNvPr id="102" name="Shape 22"/>
          <p:cNvSpPr/>
          <p:nvPr/>
        </p:nvSpPr>
        <p:spPr>
          <a:xfrm>
            <a:off x="8333631" y="393580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5101" y="-435"/>
                </a:moveTo>
                <a:cubicBezTo>
                  <a:pt x="89308" y="-3784"/>
                  <a:pt x="82142" y="-3784"/>
                  <a:pt x="76349" y="-435"/>
                </a:cubicBezTo>
                <a:lnTo>
                  <a:pt x="48153" y="15839"/>
                </a:lnTo>
                <a:cubicBezTo>
                  <a:pt x="42360" y="19188"/>
                  <a:pt x="38777" y="25383"/>
                  <a:pt x="38777" y="32080"/>
                </a:cubicBezTo>
                <a:lnTo>
                  <a:pt x="38777" y="66202"/>
                </a:lnTo>
                <a:lnTo>
                  <a:pt x="9209" y="83280"/>
                </a:lnTo>
                <a:cubicBezTo>
                  <a:pt x="3416" y="86629"/>
                  <a:pt x="-167" y="92824"/>
                  <a:pt x="-167" y="99521"/>
                </a:cubicBezTo>
                <a:lnTo>
                  <a:pt x="-167" y="132104"/>
                </a:lnTo>
                <a:cubicBezTo>
                  <a:pt x="-167" y="138801"/>
                  <a:pt x="3416" y="144996"/>
                  <a:pt x="9209" y="148344"/>
                </a:cubicBezTo>
                <a:lnTo>
                  <a:pt x="37438" y="164619"/>
                </a:lnTo>
                <a:cubicBezTo>
                  <a:pt x="43231" y="167967"/>
                  <a:pt x="50397" y="167967"/>
                  <a:pt x="56190" y="164619"/>
                </a:cubicBezTo>
                <a:lnTo>
                  <a:pt x="85758" y="147541"/>
                </a:lnTo>
                <a:lnTo>
                  <a:pt x="115327" y="164619"/>
                </a:lnTo>
                <a:cubicBezTo>
                  <a:pt x="121120" y="167967"/>
                  <a:pt x="128286" y="167967"/>
                  <a:pt x="134079" y="164619"/>
                </a:cubicBezTo>
                <a:lnTo>
                  <a:pt x="162241" y="148344"/>
                </a:lnTo>
                <a:cubicBezTo>
                  <a:pt x="168034" y="144996"/>
                  <a:pt x="171617" y="138801"/>
                  <a:pt x="171617" y="132104"/>
                </a:cubicBezTo>
                <a:lnTo>
                  <a:pt x="171617" y="99521"/>
                </a:lnTo>
                <a:cubicBezTo>
                  <a:pt x="171617" y="92824"/>
                  <a:pt x="168034" y="86629"/>
                  <a:pt x="162241" y="83280"/>
                </a:cubicBezTo>
                <a:lnTo>
                  <a:pt x="132673" y="66202"/>
                </a:lnTo>
                <a:lnTo>
                  <a:pt x="132673" y="32080"/>
                </a:lnTo>
                <a:cubicBezTo>
                  <a:pt x="132673" y="25383"/>
                  <a:pt x="129090" y="19188"/>
                  <a:pt x="123297" y="15839"/>
                </a:cubicBezTo>
                <a:lnTo>
                  <a:pt x="95101" y="-435"/>
                </a:lnTo>
                <a:close/>
                <a:moveTo>
                  <a:pt x="77688" y="97981"/>
                </a:moveTo>
                <a:lnTo>
                  <a:pt x="77688" y="133644"/>
                </a:lnTo>
                <a:lnTo>
                  <a:pt x="48120" y="150722"/>
                </a:lnTo>
                <a:cubicBezTo>
                  <a:pt x="47718" y="150956"/>
                  <a:pt x="47249" y="151090"/>
                  <a:pt x="46780" y="151090"/>
                </a:cubicBezTo>
                <a:lnTo>
                  <a:pt x="46780" y="115829"/>
                </a:lnTo>
                <a:lnTo>
                  <a:pt x="77688" y="97981"/>
                </a:lnTo>
                <a:close/>
                <a:moveTo>
                  <a:pt x="155176" y="98182"/>
                </a:moveTo>
                <a:cubicBezTo>
                  <a:pt x="155410" y="98584"/>
                  <a:pt x="155544" y="99053"/>
                  <a:pt x="155544" y="99521"/>
                </a:cubicBezTo>
                <a:lnTo>
                  <a:pt x="155544" y="132104"/>
                </a:lnTo>
                <a:cubicBezTo>
                  <a:pt x="155544" y="133075"/>
                  <a:pt x="155042" y="133945"/>
                  <a:pt x="154205" y="134414"/>
                </a:cubicBezTo>
                <a:lnTo>
                  <a:pt x="125976" y="150688"/>
                </a:lnTo>
                <a:cubicBezTo>
                  <a:pt x="125574" y="150923"/>
                  <a:pt x="125105" y="151057"/>
                  <a:pt x="124636" y="151057"/>
                </a:cubicBezTo>
                <a:lnTo>
                  <a:pt x="124636" y="115796"/>
                </a:lnTo>
                <a:lnTo>
                  <a:pt x="155176" y="98182"/>
                </a:lnTo>
                <a:close/>
                <a:moveTo>
                  <a:pt x="116633" y="32080"/>
                </a:moveTo>
                <a:lnTo>
                  <a:pt x="116633" y="66202"/>
                </a:lnTo>
                <a:lnTo>
                  <a:pt x="85725" y="84051"/>
                </a:lnTo>
                <a:lnTo>
                  <a:pt x="85725" y="48388"/>
                </a:lnTo>
                <a:lnTo>
                  <a:pt x="116265" y="30774"/>
                </a:lnTo>
                <a:cubicBezTo>
                  <a:pt x="116499" y="31176"/>
                  <a:pt x="116633" y="31645"/>
                  <a:pt x="116633" y="3211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3" name="Text 23"/>
          <p:cNvSpPr/>
          <p:nvPr/>
        </p:nvSpPr>
        <p:spPr>
          <a:xfrm>
            <a:off x="8600331" y="3907234"/>
            <a:ext cx="752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0E0E0"/>
                </a:solidFill>
                <a:latin typeface="Quattrocento Sans" panose="020B0502050000020003" pitchFamily="34" charset="0"/>
              </a:rPr>
              <a:t>Terraform</a:t>
            </a:r>
          </a:p>
        </p:txBody>
      </p:sp>
      <p:sp>
        <p:nvSpPr>
          <p:cNvPr id="104" name="Text 24"/>
          <p:cNvSpPr/>
          <p:nvPr/>
        </p:nvSpPr>
        <p:spPr>
          <a:xfrm>
            <a:off x="11322218" y="3907234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0" dirty="0" err="1">
                <a:solidFill>
                  <a:srgbClr val="788A9C"/>
                </a:solidFill>
                <a:latin typeface="Quattrocento Sans" panose="020B0502050000020003" pitchFamily="34" charset="0"/>
              </a:rPr>
              <a:t>IaC</a:t>
            </a:r>
            <a:endParaRPr lang="en-US" sz="950" dirty="0">
              <a:solidFill>
                <a:srgbClr val="788A9C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8157009" y="1292439"/>
            <a:ext cx="45719" cy="3222478"/>
          </a:xfrm>
          <a:custGeom>
            <a:avLst/>
            <a:gdLst/>
            <a:ahLst/>
            <a:cxnLst/>
            <a:rect l="l" t="t" r="r" b="b"/>
            <a:pathLst>
              <a:path w="34465" h="5583333">
                <a:moveTo>
                  <a:pt x="0" y="0"/>
                </a:moveTo>
                <a:lnTo>
                  <a:pt x="34465" y="0"/>
                </a:lnTo>
                <a:lnTo>
                  <a:pt x="34465" y="5583333"/>
                </a:lnTo>
                <a:lnTo>
                  <a:pt x="0" y="5583333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/>
          <a:lstStyle/>
          <a:p>
            <a:endParaRPr lang="en-IN"/>
          </a:p>
        </p:txBody>
      </p:sp>
      <p:sp>
        <p:nvSpPr>
          <p:cNvPr id="107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4"/>
          <p:cNvSpPr/>
          <p:nvPr/>
        </p:nvSpPr>
        <p:spPr>
          <a:xfrm>
            <a:off x="6162675" y="1020906"/>
            <a:ext cx="5705475" cy="4265471"/>
          </a:xfrm>
          <a:custGeom>
            <a:avLst/>
            <a:gdLst/>
            <a:ahLst/>
            <a:cxnLst/>
            <a:rect l="l" t="t" r="r" b="b"/>
            <a:pathLst>
              <a:path w="5705475" h="4578350">
                <a:moveTo>
                  <a:pt x="95230" y="0"/>
                </a:moveTo>
                <a:lnTo>
                  <a:pt x="5610245" y="0"/>
                </a:lnTo>
                <a:cubicBezTo>
                  <a:pt x="5662839" y="0"/>
                  <a:pt x="5705475" y="42636"/>
                  <a:pt x="5705475" y="95230"/>
                </a:cubicBezTo>
                <a:lnTo>
                  <a:pt x="5705475" y="4483120"/>
                </a:lnTo>
                <a:cubicBezTo>
                  <a:pt x="5705475" y="4535714"/>
                  <a:pt x="5662839" y="4578350"/>
                  <a:pt x="5610245" y="4578350"/>
                </a:cubicBezTo>
                <a:lnTo>
                  <a:pt x="95230" y="4578350"/>
                </a:lnTo>
                <a:cubicBezTo>
                  <a:pt x="42636" y="4578350"/>
                  <a:pt x="0" y="4535714"/>
                  <a:pt x="0" y="4483120"/>
                </a:cubicBezTo>
                <a:lnTo>
                  <a:pt x="0" y="95230"/>
                </a:lnTo>
                <a:cubicBezTo>
                  <a:pt x="0" y="42636"/>
                  <a:pt x="42636" y="0"/>
                  <a:pt x="9523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5" name="Shape 2"/>
          <p:cNvSpPr/>
          <p:nvPr/>
        </p:nvSpPr>
        <p:spPr>
          <a:xfrm>
            <a:off x="320675" y="987425"/>
            <a:ext cx="5705475" cy="4387850"/>
          </a:xfrm>
          <a:custGeom>
            <a:avLst/>
            <a:gdLst/>
            <a:ahLst/>
            <a:cxnLst/>
            <a:rect l="l" t="t" r="r" b="b"/>
            <a:pathLst>
              <a:path w="5705475" h="4387850">
                <a:moveTo>
                  <a:pt x="95260" y="0"/>
                </a:moveTo>
                <a:lnTo>
                  <a:pt x="5610215" y="0"/>
                </a:lnTo>
                <a:cubicBezTo>
                  <a:pt x="5662826" y="0"/>
                  <a:pt x="5705475" y="42649"/>
                  <a:pt x="5705475" y="95260"/>
                </a:cubicBezTo>
                <a:lnTo>
                  <a:pt x="5705475" y="4292590"/>
                </a:lnTo>
                <a:cubicBezTo>
                  <a:pt x="5705475" y="4345201"/>
                  <a:pt x="5662826" y="4387850"/>
                  <a:pt x="5610215" y="4387850"/>
                </a:cubicBezTo>
                <a:lnTo>
                  <a:pt x="95260" y="4387850"/>
                </a:lnTo>
                <a:cubicBezTo>
                  <a:pt x="42649" y="4387850"/>
                  <a:pt x="0" y="4345201"/>
                  <a:pt x="0" y="4292590"/>
                </a:cubicBezTo>
                <a:lnTo>
                  <a:pt x="0" y="95260"/>
                </a:lnTo>
                <a:cubicBezTo>
                  <a:pt x="0" y="42685"/>
                  <a:pt x="42685" y="0"/>
                  <a:pt x="95260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7"/>
          <p:cNvSpPr/>
          <p:nvPr/>
        </p:nvSpPr>
        <p:spPr>
          <a:xfrm>
            <a:off x="425451" y="2996913"/>
            <a:ext cx="5445125" cy="1898360"/>
          </a:xfrm>
          <a:custGeom>
            <a:avLst/>
            <a:gdLst/>
            <a:ahLst/>
            <a:cxnLst/>
            <a:rect l="l" t="t" r="r" b="b"/>
            <a:pathLst>
              <a:path w="5445125" h="1397000">
                <a:moveTo>
                  <a:pt x="63494" y="0"/>
                </a:moveTo>
                <a:lnTo>
                  <a:pt x="5381631" y="0"/>
                </a:lnTo>
                <a:cubicBezTo>
                  <a:pt x="5416698" y="0"/>
                  <a:pt x="5445125" y="28427"/>
                  <a:pt x="5445125" y="63494"/>
                </a:cubicBezTo>
                <a:lnTo>
                  <a:pt x="5445125" y="1333506"/>
                </a:lnTo>
                <a:cubicBezTo>
                  <a:pt x="5445125" y="1368573"/>
                  <a:pt x="5416698" y="1397000"/>
                  <a:pt x="5381631" y="1397000"/>
                </a:cubicBezTo>
                <a:lnTo>
                  <a:pt x="63494" y="1397000"/>
                </a:lnTo>
                <a:cubicBezTo>
                  <a:pt x="28427" y="1397000"/>
                  <a:pt x="0" y="1368573"/>
                  <a:pt x="0" y="1333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50" name="Shape 24"/>
          <p:cNvSpPr/>
          <p:nvPr/>
        </p:nvSpPr>
        <p:spPr>
          <a:xfrm>
            <a:off x="320675" y="5508626"/>
            <a:ext cx="5705475" cy="1293666"/>
          </a:xfrm>
          <a:custGeom>
            <a:avLst/>
            <a:gdLst/>
            <a:ahLst/>
            <a:cxnLst/>
            <a:rect l="l" t="t" r="r" b="b"/>
            <a:pathLst>
              <a:path w="5705475" h="1403350">
                <a:moveTo>
                  <a:pt x="95245" y="0"/>
                </a:moveTo>
                <a:lnTo>
                  <a:pt x="5610230" y="0"/>
                </a:lnTo>
                <a:cubicBezTo>
                  <a:pt x="5662832" y="0"/>
                  <a:pt x="5705475" y="42643"/>
                  <a:pt x="5705475" y="95245"/>
                </a:cubicBezTo>
                <a:lnTo>
                  <a:pt x="5705475" y="1308105"/>
                </a:lnTo>
                <a:cubicBezTo>
                  <a:pt x="5705475" y="1360707"/>
                  <a:pt x="5662832" y="1403350"/>
                  <a:pt x="5610230" y="1403350"/>
                </a:cubicBezTo>
                <a:lnTo>
                  <a:pt x="95245" y="1403350"/>
                </a:lnTo>
                <a:cubicBezTo>
                  <a:pt x="42643" y="1403350"/>
                  <a:pt x="0" y="1360707"/>
                  <a:pt x="0" y="1308105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Shape 24"/>
          <p:cNvSpPr/>
          <p:nvPr/>
        </p:nvSpPr>
        <p:spPr>
          <a:xfrm>
            <a:off x="6187033" y="5508626"/>
            <a:ext cx="5705475" cy="1293666"/>
          </a:xfrm>
          <a:custGeom>
            <a:avLst/>
            <a:gdLst/>
            <a:ahLst/>
            <a:cxnLst/>
            <a:rect l="l" t="t" r="r" b="b"/>
            <a:pathLst>
              <a:path w="5705475" h="1403350">
                <a:moveTo>
                  <a:pt x="95245" y="0"/>
                </a:moveTo>
                <a:lnTo>
                  <a:pt x="5610230" y="0"/>
                </a:lnTo>
                <a:cubicBezTo>
                  <a:pt x="5662832" y="0"/>
                  <a:pt x="5705475" y="42643"/>
                  <a:pt x="5705475" y="95245"/>
                </a:cubicBezTo>
                <a:lnTo>
                  <a:pt x="5705475" y="1308105"/>
                </a:lnTo>
                <a:cubicBezTo>
                  <a:pt x="5705475" y="1360707"/>
                  <a:pt x="5662832" y="1403350"/>
                  <a:pt x="5610230" y="1403350"/>
                </a:cubicBezTo>
                <a:lnTo>
                  <a:pt x="95245" y="1403350"/>
                </a:lnTo>
                <a:cubicBezTo>
                  <a:pt x="42643" y="1403350"/>
                  <a:pt x="0" y="1360707"/>
                  <a:pt x="0" y="1308105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SERVERLESS COMPUTE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AWS Lambda &amp; API Gateway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865329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71" name="Shape 3"/>
          <p:cNvSpPr/>
          <p:nvPr/>
        </p:nvSpPr>
        <p:spPr>
          <a:xfrm>
            <a:off x="453629" y="113809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>
              <a:solidFill>
                <a:srgbClr val="C8A265"/>
              </a:solidFill>
            </a:endParaRPr>
          </a:p>
        </p:txBody>
      </p:sp>
      <p:sp>
        <p:nvSpPr>
          <p:cNvPr id="72" name="Text 4"/>
          <p:cNvSpPr/>
          <p:nvPr/>
        </p:nvSpPr>
        <p:spPr>
          <a:xfrm>
            <a:off x="622300" y="1106343"/>
            <a:ext cx="532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Lambda Function Configuration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73" name="Shape 5"/>
          <p:cNvSpPr/>
          <p:nvPr/>
        </p:nvSpPr>
        <p:spPr>
          <a:xfrm>
            <a:off x="423863" y="1423843"/>
            <a:ext cx="2674938" cy="635000"/>
          </a:xfrm>
          <a:custGeom>
            <a:avLst/>
            <a:gdLst/>
            <a:ahLst/>
            <a:cxnLst/>
            <a:rect l="l" t="t" r="r" b="b"/>
            <a:pathLst>
              <a:path w="2674938" h="635000">
                <a:moveTo>
                  <a:pt x="63500" y="0"/>
                </a:moveTo>
                <a:lnTo>
                  <a:pt x="2611438" y="0"/>
                </a:lnTo>
                <a:cubicBezTo>
                  <a:pt x="2646484" y="0"/>
                  <a:pt x="2674938" y="28453"/>
                  <a:pt x="2674938" y="63500"/>
                </a:cubicBezTo>
                <a:lnTo>
                  <a:pt x="2674938" y="571500"/>
                </a:lnTo>
                <a:cubicBezTo>
                  <a:pt x="2674938" y="606547"/>
                  <a:pt x="2646484" y="635000"/>
                  <a:pt x="261143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4" name="Text 6"/>
          <p:cNvSpPr/>
          <p:nvPr/>
        </p:nvSpPr>
        <p:spPr>
          <a:xfrm>
            <a:off x="519113" y="1519093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Runtime</a:t>
            </a:r>
            <a:endParaRPr lang="en-US" sz="1600" dirty="0"/>
          </a:p>
        </p:txBody>
      </p:sp>
      <p:sp>
        <p:nvSpPr>
          <p:cNvPr id="75" name="Text 7"/>
          <p:cNvSpPr/>
          <p:nvPr/>
        </p:nvSpPr>
        <p:spPr>
          <a:xfrm>
            <a:off x="519113" y="1741343"/>
            <a:ext cx="2555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Python 3.12</a:t>
            </a:r>
            <a:endParaRPr lang="en-US" sz="1600" dirty="0"/>
          </a:p>
        </p:txBody>
      </p:sp>
      <p:sp>
        <p:nvSpPr>
          <p:cNvPr id="76" name="Shape 8"/>
          <p:cNvSpPr/>
          <p:nvPr/>
        </p:nvSpPr>
        <p:spPr>
          <a:xfrm>
            <a:off x="3195638" y="1423843"/>
            <a:ext cx="2674938" cy="635000"/>
          </a:xfrm>
          <a:custGeom>
            <a:avLst/>
            <a:gdLst/>
            <a:ahLst/>
            <a:cxnLst/>
            <a:rect l="l" t="t" r="r" b="b"/>
            <a:pathLst>
              <a:path w="2674938" h="635000">
                <a:moveTo>
                  <a:pt x="63500" y="0"/>
                </a:moveTo>
                <a:lnTo>
                  <a:pt x="2611438" y="0"/>
                </a:lnTo>
                <a:cubicBezTo>
                  <a:pt x="2646484" y="0"/>
                  <a:pt x="2674938" y="28453"/>
                  <a:pt x="2674938" y="63500"/>
                </a:cubicBezTo>
                <a:lnTo>
                  <a:pt x="2674938" y="571500"/>
                </a:lnTo>
                <a:cubicBezTo>
                  <a:pt x="2674938" y="606547"/>
                  <a:pt x="2646484" y="635000"/>
                  <a:pt x="261143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7" name="Text 9"/>
          <p:cNvSpPr/>
          <p:nvPr/>
        </p:nvSpPr>
        <p:spPr>
          <a:xfrm>
            <a:off x="3290888" y="1519093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Memory</a:t>
            </a:r>
            <a:endParaRPr lang="en-US" sz="1600" dirty="0"/>
          </a:p>
        </p:txBody>
      </p:sp>
      <p:sp>
        <p:nvSpPr>
          <p:cNvPr id="78" name="Text 10"/>
          <p:cNvSpPr/>
          <p:nvPr/>
        </p:nvSpPr>
        <p:spPr>
          <a:xfrm>
            <a:off x="3290888" y="1741343"/>
            <a:ext cx="2555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512 MB</a:t>
            </a:r>
            <a:endParaRPr lang="en-US" sz="1600" dirty="0"/>
          </a:p>
        </p:txBody>
      </p:sp>
      <p:sp>
        <p:nvSpPr>
          <p:cNvPr id="79" name="Shape 11"/>
          <p:cNvSpPr/>
          <p:nvPr/>
        </p:nvSpPr>
        <p:spPr>
          <a:xfrm>
            <a:off x="423863" y="2154095"/>
            <a:ext cx="2674938" cy="635000"/>
          </a:xfrm>
          <a:custGeom>
            <a:avLst/>
            <a:gdLst/>
            <a:ahLst/>
            <a:cxnLst/>
            <a:rect l="l" t="t" r="r" b="b"/>
            <a:pathLst>
              <a:path w="2674938" h="635000">
                <a:moveTo>
                  <a:pt x="63500" y="0"/>
                </a:moveTo>
                <a:lnTo>
                  <a:pt x="2611438" y="0"/>
                </a:lnTo>
                <a:cubicBezTo>
                  <a:pt x="2646484" y="0"/>
                  <a:pt x="2674938" y="28453"/>
                  <a:pt x="2674938" y="63500"/>
                </a:cubicBezTo>
                <a:lnTo>
                  <a:pt x="2674938" y="571500"/>
                </a:lnTo>
                <a:cubicBezTo>
                  <a:pt x="2674938" y="606547"/>
                  <a:pt x="2646484" y="635000"/>
                  <a:pt x="261143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0" name="Text 12"/>
          <p:cNvSpPr/>
          <p:nvPr/>
        </p:nvSpPr>
        <p:spPr>
          <a:xfrm>
            <a:off x="519113" y="2249345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Timeout</a:t>
            </a:r>
            <a:endParaRPr lang="en-US" sz="1600" dirty="0"/>
          </a:p>
        </p:txBody>
      </p:sp>
      <p:sp>
        <p:nvSpPr>
          <p:cNvPr id="81" name="Text 13"/>
          <p:cNvSpPr/>
          <p:nvPr/>
        </p:nvSpPr>
        <p:spPr>
          <a:xfrm>
            <a:off x="519113" y="2471595"/>
            <a:ext cx="2555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30 seconds</a:t>
            </a:r>
            <a:endParaRPr lang="en-US" sz="1600" dirty="0"/>
          </a:p>
        </p:txBody>
      </p:sp>
      <p:sp>
        <p:nvSpPr>
          <p:cNvPr id="82" name="Shape 14"/>
          <p:cNvSpPr/>
          <p:nvPr/>
        </p:nvSpPr>
        <p:spPr>
          <a:xfrm>
            <a:off x="3195638" y="2154095"/>
            <a:ext cx="2674938" cy="635000"/>
          </a:xfrm>
          <a:custGeom>
            <a:avLst/>
            <a:gdLst/>
            <a:ahLst/>
            <a:cxnLst/>
            <a:rect l="l" t="t" r="r" b="b"/>
            <a:pathLst>
              <a:path w="2674938" h="635000">
                <a:moveTo>
                  <a:pt x="63500" y="0"/>
                </a:moveTo>
                <a:lnTo>
                  <a:pt x="2611438" y="0"/>
                </a:lnTo>
                <a:cubicBezTo>
                  <a:pt x="2646484" y="0"/>
                  <a:pt x="2674938" y="28453"/>
                  <a:pt x="2674938" y="63500"/>
                </a:cubicBezTo>
                <a:lnTo>
                  <a:pt x="2674938" y="571500"/>
                </a:lnTo>
                <a:cubicBezTo>
                  <a:pt x="2674938" y="606547"/>
                  <a:pt x="2646484" y="635000"/>
                  <a:pt x="2611438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3" name="Text 15"/>
          <p:cNvSpPr/>
          <p:nvPr/>
        </p:nvSpPr>
        <p:spPr>
          <a:xfrm>
            <a:off x="3290888" y="2249345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Handler</a:t>
            </a:r>
            <a:endParaRPr lang="en-US" sz="1600" dirty="0"/>
          </a:p>
        </p:txBody>
      </p:sp>
      <p:sp>
        <p:nvSpPr>
          <p:cNvPr id="84" name="Text 16"/>
          <p:cNvSpPr/>
          <p:nvPr/>
        </p:nvSpPr>
        <p:spPr>
          <a:xfrm>
            <a:off x="3290888" y="2471595"/>
            <a:ext cx="2555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handler.lambda_handler</a:t>
            </a:r>
            <a:endParaRPr lang="en-US" sz="1600" dirty="0"/>
          </a:p>
        </p:txBody>
      </p:sp>
      <p:sp>
        <p:nvSpPr>
          <p:cNvPr id="86" name="Text 18"/>
          <p:cNvSpPr/>
          <p:nvPr/>
        </p:nvSpPr>
        <p:spPr>
          <a:xfrm>
            <a:off x="519113" y="2979595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DB6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Lambda Handler Structure</a:t>
            </a:r>
            <a:endParaRPr lang="en-US" sz="1600" dirty="0"/>
          </a:p>
        </p:txBody>
      </p:sp>
      <p:sp>
        <p:nvSpPr>
          <p:cNvPr id="93" name="Text 25"/>
          <p:cNvSpPr/>
          <p:nvPr/>
        </p:nvSpPr>
        <p:spPr>
          <a:xfrm>
            <a:off x="416023" y="5529407"/>
            <a:ext cx="5516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Cold Start Optimization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94" name="Shape 26"/>
          <p:cNvSpPr/>
          <p:nvPr/>
        </p:nvSpPr>
        <p:spPr>
          <a:xfrm>
            <a:off x="439835" y="584690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95" name="Text 27"/>
          <p:cNvSpPr/>
          <p:nvPr/>
        </p:nvSpPr>
        <p:spPr>
          <a:xfrm>
            <a:off x="638273" y="5815157"/>
            <a:ext cx="3198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Python Runtime:</a:t>
            </a: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~100-200ms cold start vs 3-5s for Java</a:t>
            </a:r>
            <a:endParaRPr lang="en-US" sz="1600" dirty="0"/>
          </a:p>
        </p:txBody>
      </p:sp>
      <p:sp>
        <p:nvSpPr>
          <p:cNvPr id="96" name="Shape 28"/>
          <p:cNvSpPr/>
          <p:nvPr/>
        </p:nvSpPr>
        <p:spPr>
          <a:xfrm>
            <a:off x="439835" y="606915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97" name="Text 29"/>
          <p:cNvSpPr/>
          <p:nvPr/>
        </p:nvSpPr>
        <p:spPr>
          <a:xfrm>
            <a:off x="638273" y="6037407"/>
            <a:ext cx="266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Minimal Package:</a:t>
            </a: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Only essential dependencies</a:t>
            </a:r>
            <a:endParaRPr lang="en-US" sz="1600" dirty="0"/>
          </a:p>
        </p:txBody>
      </p:sp>
      <p:sp>
        <p:nvSpPr>
          <p:cNvPr id="98" name="Shape 30"/>
          <p:cNvSpPr/>
          <p:nvPr/>
        </p:nvSpPr>
        <p:spPr>
          <a:xfrm>
            <a:off x="439835" y="629140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99" name="Text 31"/>
          <p:cNvSpPr/>
          <p:nvPr/>
        </p:nvSpPr>
        <p:spPr>
          <a:xfrm>
            <a:off x="638273" y="6259657"/>
            <a:ext cx="227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No VPC:</a:t>
            </a: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Avoids ENI provisioning delays</a:t>
            </a:r>
            <a:endParaRPr lang="en-US" sz="1600" dirty="0"/>
          </a:p>
        </p:txBody>
      </p:sp>
      <p:sp>
        <p:nvSpPr>
          <p:cNvPr id="100" name="Shape 32"/>
          <p:cNvSpPr/>
          <p:nvPr/>
        </p:nvSpPr>
        <p:spPr>
          <a:xfrm>
            <a:off x="439835" y="651365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1" name="Text 33"/>
          <p:cNvSpPr/>
          <p:nvPr/>
        </p:nvSpPr>
        <p:spPr>
          <a:xfrm>
            <a:off x="638273" y="6481907"/>
            <a:ext cx="2754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Connection Reuse:</a:t>
            </a: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HTTP keep-alive for API calls</a:t>
            </a:r>
            <a:endParaRPr lang="en-US" sz="1600" dirty="0"/>
          </a:p>
        </p:txBody>
      </p:sp>
      <p:sp>
        <p:nvSpPr>
          <p:cNvPr id="103" name="Shape 35"/>
          <p:cNvSpPr/>
          <p:nvPr/>
        </p:nvSpPr>
        <p:spPr>
          <a:xfrm>
            <a:off x="6280052" y="1254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0433" y="70848"/>
                </a:moveTo>
                <a:cubicBezTo>
                  <a:pt x="24557" y="42013"/>
                  <a:pt x="49392" y="19844"/>
                  <a:pt x="79375" y="19844"/>
                </a:cubicBezTo>
                <a:cubicBezTo>
                  <a:pt x="95808" y="19844"/>
                  <a:pt x="110691" y="26510"/>
                  <a:pt x="121481" y="37269"/>
                </a:cubicBezTo>
                <a:cubicBezTo>
                  <a:pt x="121543" y="37331"/>
                  <a:pt x="121605" y="37393"/>
                  <a:pt x="121667" y="37455"/>
                </a:cubicBezTo>
                <a:lnTo>
                  <a:pt x="124023" y="39688"/>
                </a:lnTo>
                <a:lnTo>
                  <a:pt x="109172" y="39688"/>
                </a:lnTo>
                <a:cubicBezTo>
                  <a:pt x="103684" y="39688"/>
                  <a:pt x="99250" y="44121"/>
                  <a:pt x="99250" y="49609"/>
                </a:cubicBezTo>
                <a:cubicBezTo>
                  <a:pt x="99250" y="55097"/>
                  <a:pt x="103684" y="59531"/>
                  <a:pt x="109172" y="59531"/>
                </a:cubicBezTo>
                <a:lnTo>
                  <a:pt x="148859" y="59531"/>
                </a:lnTo>
                <a:cubicBezTo>
                  <a:pt x="154347" y="59531"/>
                  <a:pt x="158781" y="55097"/>
                  <a:pt x="158781" y="49609"/>
                </a:cubicBezTo>
                <a:lnTo>
                  <a:pt x="158781" y="9922"/>
                </a:lnTo>
                <a:cubicBezTo>
                  <a:pt x="158781" y="4434"/>
                  <a:pt x="154347" y="0"/>
                  <a:pt x="148859" y="0"/>
                </a:cubicBezTo>
                <a:cubicBezTo>
                  <a:pt x="143371" y="0"/>
                  <a:pt x="138937" y="4434"/>
                  <a:pt x="138937" y="9922"/>
                </a:cubicBezTo>
                <a:lnTo>
                  <a:pt x="138937" y="26479"/>
                </a:lnTo>
                <a:lnTo>
                  <a:pt x="135434" y="23161"/>
                </a:lnTo>
                <a:cubicBezTo>
                  <a:pt x="121078" y="8868"/>
                  <a:pt x="101234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lose/>
                <a:moveTo>
                  <a:pt x="157944" y="90692"/>
                </a:moveTo>
                <a:cubicBezTo>
                  <a:pt x="158719" y="85266"/>
                  <a:pt x="154936" y="80243"/>
                  <a:pt x="149541" y="79468"/>
                </a:cubicBezTo>
                <a:cubicBezTo>
                  <a:pt x="144146" y="78693"/>
                  <a:pt x="139092" y="82476"/>
                  <a:pt x="138317" y="87871"/>
                </a:cubicBezTo>
                <a:cubicBezTo>
                  <a:pt x="134193" y="116706"/>
                  <a:pt x="109358" y="138875"/>
                  <a:pt x="79375" y="138875"/>
                </a:cubicBezTo>
                <a:cubicBezTo>
                  <a:pt x="62942" y="138875"/>
                  <a:pt x="48059" y="132209"/>
                  <a:pt x="37269" y="121450"/>
                </a:cubicBezTo>
                <a:cubicBezTo>
                  <a:pt x="37207" y="121388"/>
                  <a:pt x="37145" y="121326"/>
                  <a:pt x="37083" y="121264"/>
                </a:cubicBezTo>
                <a:lnTo>
                  <a:pt x="34727" y="119031"/>
                </a:lnTo>
                <a:lnTo>
                  <a:pt x="49578" y="119031"/>
                </a:lnTo>
                <a:cubicBezTo>
                  <a:pt x="55066" y="119031"/>
                  <a:pt x="59500" y="114598"/>
                  <a:pt x="59500" y="109110"/>
                </a:cubicBezTo>
                <a:cubicBezTo>
                  <a:pt x="59500" y="103622"/>
                  <a:pt x="55066" y="99188"/>
                  <a:pt x="49578" y="99188"/>
                </a:cubicBezTo>
                <a:lnTo>
                  <a:pt x="9922" y="99219"/>
                </a:lnTo>
                <a:cubicBezTo>
                  <a:pt x="7286" y="99219"/>
                  <a:pt x="4744" y="100273"/>
                  <a:pt x="2884" y="102164"/>
                </a:cubicBezTo>
                <a:cubicBezTo>
                  <a:pt x="1023" y="104056"/>
                  <a:pt x="-31" y="106567"/>
                  <a:pt x="0" y="109234"/>
                </a:cubicBezTo>
                <a:lnTo>
                  <a:pt x="310" y="148611"/>
                </a:lnTo>
                <a:cubicBezTo>
                  <a:pt x="341" y="154099"/>
                  <a:pt x="4837" y="158502"/>
                  <a:pt x="10325" y="158440"/>
                </a:cubicBezTo>
                <a:cubicBezTo>
                  <a:pt x="15813" y="158378"/>
                  <a:pt x="20216" y="153913"/>
                  <a:pt x="20154" y="148425"/>
                </a:cubicBezTo>
                <a:lnTo>
                  <a:pt x="20030" y="132457"/>
                </a:lnTo>
                <a:lnTo>
                  <a:pt x="23347" y="135589"/>
                </a:lnTo>
                <a:cubicBezTo>
                  <a:pt x="37703" y="149882"/>
                  <a:pt x="57516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>
              <a:solidFill>
                <a:srgbClr val="C8A265"/>
              </a:solidFill>
            </a:endParaRPr>
          </a:p>
        </p:txBody>
      </p:sp>
      <p:sp>
        <p:nvSpPr>
          <p:cNvPr id="104" name="Text 36"/>
          <p:cNvSpPr/>
          <p:nvPr/>
        </p:nvSpPr>
        <p:spPr>
          <a:xfrm>
            <a:off x="6458645" y="1222375"/>
            <a:ext cx="532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API Gateway: Webhook Receiver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05" name="Shape 37"/>
          <p:cNvSpPr/>
          <p:nvPr/>
        </p:nvSpPr>
        <p:spPr>
          <a:xfrm>
            <a:off x="6260208" y="1539875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6" name="Shape 38"/>
          <p:cNvSpPr/>
          <p:nvPr/>
        </p:nvSpPr>
        <p:spPr>
          <a:xfrm>
            <a:off x="6337300" y="165216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>
              <a:solidFill>
                <a:srgbClr val="C8A265"/>
              </a:solidFill>
            </a:endParaRPr>
          </a:p>
        </p:txBody>
      </p:sp>
      <p:sp>
        <p:nvSpPr>
          <p:cNvPr id="107" name="Text 39"/>
          <p:cNvSpPr/>
          <p:nvPr/>
        </p:nvSpPr>
        <p:spPr>
          <a:xfrm>
            <a:off x="6545958" y="1603375"/>
            <a:ext cx="1166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HTTPS Termination</a:t>
            </a:r>
            <a:endParaRPr lang="en-US" sz="1600" dirty="0"/>
          </a:p>
        </p:txBody>
      </p:sp>
      <p:sp>
        <p:nvSpPr>
          <p:cNvPr id="108" name="Text 40"/>
          <p:cNvSpPr/>
          <p:nvPr/>
        </p:nvSpPr>
        <p:spPr>
          <a:xfrm>
            <a:off x="6323708" y="182562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Handles SSL/TLS encryption</a:t>
            </a:r>
            <a:endParaRPr lang="en-US" sz="1600" dirty="0"/>
          </a:p>
        </p:txBody>
      </p:sp>
      <p:sp>
        <p:nvSpPr>
          <p:cNvPr id="109" name="Shape 41"/>
          <p:cNvSpPr/>
          <p:nvPr/>
        </p:nvSpPr>
        <p:spPr>
          <a:xfrm>
            <a:off x="6260208" y="2143127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0" name="Shape 42"/>
          <p:cNvSpPr/>
          <p:nvPr/>
        </p:nvSpPr>
        <p:spPr>
          <a:xfrm>
            <a:off x="6339583" y="22383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11" name="Text 43"/>
          <p:cNvSpPr/>
          <p:nvPr/>
        </p:nvSpPr>
        <p:spPr>
          <a:xfrm>
            <a:off x="6545958" y="2206627"/>
            <a:ext cx="1111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112" name="Text 44"/>
          <p:cNvSpPr/>
          <p:nvPr/>
        </p:nvSpPr>
        <p:spPr>
          <a:xfrm>
            <a:off x="6323708" y="2428877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Validates incoming webhook payloads</a:t>
            </a:r>
            <a:endParaRPr lang="en-US" sz="1600" dirty="0"/>
          </a:p>
        </p:txBody>
      </p:sp>
      <p:sp>
        <p:nvSpPr>
          <p:cNvPr id="113" name="Shape 45"/>
          <p:cNvSpPr/>
          <p:nvPr/>
        </p:nvSpPr>
        <p:spPr>
          <a:xfrm>
            <a:off x="6260208" y="2746377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4" name="Shape 46"/>
          <p:cNvSpPr/>
          <p:nvPr/>
        </p:nvSpPr>
        <p:spPr>
          <a:xfrm>
            <a:off x="6339583" y="284162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71438" y="23812"/>
                </a:moveTo>
                <a:cubicBezTo>
                  <a:pt x="71438" y="19432"/>
                  <a:pt x="67881" y="15875"/>
                  <a:pt x="63500" y="15875"/>
                </a:cubicBezTo>
                <a:cubicBezTo>
                  <a:pt x="59119" y="15875"/>
                  <a:pt x="55563" y="19432"/>
                  <a:pt x="55563" y="23812"/>
                </a:cubicBezTo>
                <a:cubicBezTo>
                  <a:pt x="55563" y="28193"/>
                  <a:pt x="59119" y="31750"/>
                  <a:pt x="63500" y="31750"/>
                </a:cubicBezTo>
                <a:cubicBezTo>
                  <a:pt x="67881" y="31750"/>
                  <a:pt x="71438" y="28193"/>
                  <a:pt x="71438" y="23812"/>
                </a:cubicBezTo>
                <a:close/>
                <a:moveTo>
                  <a:pt x="63500" y="103188"/>
                </a:moveTo>
                <a:cubicBezTo>
                  <a:pt x="72256" y="103188"/>
                  <a:pt x="79375" y="96069"/>
                  <a:pt x="79375" y="87313"/>
                </a:cubicBezTo>
                <a:cubicBezTo>
                  <a:pt x="79375" y="83294"/>
                  <a:pt x="77887" y="79598"/>
                  <a:pt x="75406" y="76820"/>
                </a:cubicBezTo>
                <a:lnTo>
                  <a:pt x="92646" y="42366"/>
                </a:lnTo>
                <a:cubicBezTo>
                  <a:pt x="94109" y="39415"/>
                  <a:pt x="92918" y="35843"/>
                  <a:pt x="89991" y="34379"/>
                </a:cubicBezTo>
                <a:cubicBezTo>
                  <a:pt x="87064" y="32916"/>
                  <a:pt x="83468" y="34106"/>
                  <a:pt x="82004" y="37033"/>
                </a:cubicBezTo>
                <a:lnTo>
                  <a:pt x="64765" y="71487"/>
                </a:lnTo>
                <a:cubicBezTo>
                  <a:pt x="64343" y="71462"/>
                  <a:pt x="63922" y="71438"/>
                  <a:pt x="63500" y="71438"/>
                </a:cubicBezTo>
                <a:cubicBezTo>
                  <a:pt x="54744" y="71438"/>
                  <a:pt x="47625" y="78556"/>
                  <a:pt x="47625" y="87313"/>
                </a:cubicBezTo>
                <a:cubicBezTo>
                  <a:pt x="47625" y="96069"/>
                  <a:pt x="54744" y="103188"/>
                  <a:pt x="63500" y="103188"/>
                </a:cubicBezTo>
                <a:close/>
                <a:moveTo>
                  <a:pt x="43656" y="35719"/>
                </a:moveTo>
                <a:cubicBezTo>
                  <a:pt x="43656" y="31338"/>
                  <a:pt x="40100" y="27781"/>
                  <a:pt x="35719" y="27781"/>
                </a:cubicBezTo>
                <a:cubicBezTo>
                  <a:pt x="31338" y="27781"/>
                  <a:pt x="27781" y="31338"/>
                  <a:pt x="27781" y="35719"/>
                </a:cubicBezTo>
                <a:cubicBezTo>
                  <a:pt x="27781" y="40100"/>
                  <a:pt x="31338" y="43656"/>
                  <a:pt x="35719" y="43656"/>
                </a:cubicBezTo>
                <a:cubicBezTo>
                  <a:pt x="40100" y="43656"/>
                  <a:pt x="43656" y="40100"/>
                  <a:pt x="43656" y="35719"/>
                </a:cubicBezTo>
                <a:close/>
                <a:moveTo>
                  <a:pt x="23812" y="71438"/>
                </a:moveTo>
                <a:cubicBezTo>
                  <a:pt x="28193" y="71438"/>
                  <a:pt x="31750" y="67881"/>
                  <a:pt x="31750" y="63500"/>
                </a:cubicBez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lose/>
                <a:moveTo>
                  <a:pt x="111125" y="63500"/>
                </a:moveTo>
                <a:cubicBezTo>
                  <a:pt x="111125" y="59119"/>
                  <a:pt x="107568" y="55563"/>
                  <a:pt x="103188" y="55563"/>
                </a:cubicBezTo>
                <a:cubicBezTo>
                  <a:pt x="98807" y="55563"/>
                  <a:pt x="95250" y="59119"/>
                  <a:pt x="95250" y="63500"/>
                </a:cubicBezTo>
                <a:cubicBezTo>
                  <a:pt x="95250" y="67881"/>
                  <a:pt x="98807" y="71438"/>
                  <a:pt x="103188" y="71438"/>
                </a:cubicBezTo>
                <a:cubicBezTo>
                  <a:pt x="107568" y="71438"/>
                  <a:pt x="111125" y="67881"/>
                  <a:pt x="111125" y="6350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15" name="Text 47"/>
          <p:cNvSpPr/>
          <p:nvPr/>
        </p:nvSpPr>
        <p:spPr>
          <a:xfrm>
            <a:off x="6545958" y="2809877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Throttling</a:t>
            </a:r>
            <a:endParaRPr lang="en-US" sz="1600" dirty="0"/>
          </a:p>
        </p:txBody>
      </p:sp>
      <p:sp>
        <p:nvSpPr>
          <p:cNvPr id="116" name="Text 48"/>
          <p:cNvSpPr/>
          <p:nvPr/>
        </p:nvSpPr>
        <p:spPr>
          <a:xfrm>
            <a:off x="6323708" y="3032127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Built-in rate limiting protects Lambda</a:t>
            </a:r>
            <a:endParaRPr lang="en-US" sz="1600" dirty="0"/>
          </a:p>
        </p:txBody>
      </p:sp>
      <p:sp>
        <p:nvSpPr>
          <p:cNvPr id="121" name="Shape 53"/>
          <p:cNvSpPr/>
          <p:nvPr/>
        </p:nvSpPr>
        <p:spPr>
          <a:xfrm>
            <a:off x="6265863" y="3730627"/>
            <a:ext cx="5445125" cy="1555750"/>
          </a:xfrm>
          <a:custGeom>
            <a:avLst/>
            <a:gdLst/>
            <a:ahLst/>
            <a:cxnLst/>
            <a:rect l="l" t="t" r="r" b="b"/>
            <a:pathLst>
              <a:path w="5445125" h="1555750">
                <a:moveTo>
                  <a:pt x="63506" y="0"/>
                </a:moveTo>
                <a:lnTo>
                  <a:pt x="5381619" y="0"/>
                </a:lnTo>
                <a:cubicBezTo>
                  <a:pt x="5416693" y="0"/>
                  <a:pt x="5445125" y="28432"/>
                  <a:pt x="5445125" y="63506"/>
                </a:cubicBezTo>
                <a:lnTo>
                  <a:pt x="5445125" y="1492244"/>
                </a:lnTo>
                <a:cubicBezTo>
                  <a:pt x="5445125" y="1527318"/>
                  <a:pt x="5416693" y="1555750"/>
                  <a:pt x="5381619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22" name="Text 54"/>
          <p:cNvSpPr/>
          <p:nvPr/>
        </p:nvSpPr>
        <p:spPr>
          <a:xfrm>
            <a:off x="6361113" y="3825877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DB6A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Terraform Configuration</a:t>
            </a:r>
            <a:endParaRPr lang="en-US" sz="1600" dirty="0"/>
          </a:p>
        </p:txBody>
      </p:sp>
      <p:sp>
        <p:nvSpPr>
          <p:cNvPr id="130" name="Text 62"/>
          <p:cNvSpPr/>
          <p:nvPr/>
        </p:nvSpPr>
        <p:spPr>
          <a:xfrm>
            <a:off x="6265863" y="5640532"/>
            <a:ext cx="5580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Webhook Setup Process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31" name="Shape 63"/>
          <p:cNvSpPr/>
          <p:nvPr/>
        </p:nvSpPr>
        <p:spPr>
          <a:xfrm>
            <a:off x="6555284" y="592628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32" name="Text 64"/>
          <p:cNvSpPr/>
          <p:nvPr/>
        </p:nvSpPr>
        <p:spPr>
          <a:xfrm>
            <a:off x="6523534" y="5926282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33" name="Text 65"/>
          <p:cNvSpPr/>
          <p:nvPr/>
        </p:nvSpPr>
        <p:spPr>
          <a:xfrm>
            <a:off x="6234113" y="6275532"/>
            <a:ext cx="960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Deploy API</a:t>
            </a:r>
            <a:endParaRPr lang="en-US" sz="1600" dirty="0"/>
          </a:p>
        </p:txBody>
      </p:sp>
      <p:sp>
        <p:nvSpPr>
          <p:cNvPr id="134" name="Text 66"/>
          <p:cNvSpPr/>
          <p:nvPr/>
        </p:nvSpPr>
        <p:spPr>
          <a:xfrm>
            <a:off x="6234113" y="6466032"/>
            <a:ext cx="960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Terraform apply</a:t>
            </a:r>
            <a:endParaRPr lang="en-US" sz="1600" dirty="0"/>
          </a:p>
        </p:txBody>
      </p:sp>
      <p:sp>
        <p:nvSpPr>
          <p:cNvPr id="135" name="Shape 67"/>
          <p:cNvSpPr/>
          <p:nvPr/>
        </p:nvSpPr>
        <p:spPr>
          <a:xfrm>
            <a:off x="7559577" y="62279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36" name="Shape 68"/>
          <p:cNvSpPr/>
          <p:nvPr/>
        </p:nvSpPr>
        <p:spPr>
          <a:xfrm>
            <a:off x="8241705" y="592628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37" name="Text 69"/>
          <p:cNvSpPr/>
          <p:nvPr/>
        </p:nvSpPr>
        <p:spPr>
          <a:xfrm>
            <a:off x="8209955" y="5926282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138" name="Text 70"/>
          <p:cNvSpPr/>
          <p:nvPr/>
        </p:nvSpPr>
        <p:spPr>
          <a:xfrm>
            <a:off x="8051999" y="6275532"/>
            <a:ext cx="69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Get URL</a:t>
            </a:r>
            <a:endParaRPr lang="en-US" sz="1600" dirty="0"/>
          </a:p>
        </p:txBody>
      </p:sp>
      <p:sp>
        <p:nvSpPr>
          <p:cNvPr id="139" name="Text 71"/>
          <p:cNvSpPr/>
          <p:nvPr/>
        </p:nvSpPr>
        <p:spPr>
          <a:xfrm>
            <a:off x="8051999" y="6466032"/>
            <a:ext cx="69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Invoke URL</a:t>
            </a:r>
            <a:endParaRPr lang="en-US" sz="1600" dirty="0"/>
          </a:p>
        </p:txBody>
      </p:sp>
      <p:sp>
        <p:nvSpPr>
          <p:cNvPr id="140" name="Shape 72"/>
          <p:cNvSpPr/>
          <p:nvPr/>
        </p:nvSpPr>
        <p:spPr>
          <a:xfrm>
            <a:off x="9114533" y="62279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1" name="Shape 73"/>
          <p:cNvSpPr/>
          <p:nvPr/>
        </p:nvSpPr>
        <p:spPr>
          <a:xfrm>
            <a:off x="9857681" y="592628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2" name="Text 74"/>
          <p:cNvSpPr/>
          <p:nvPr/>
        </p:nvSpPr>
        <p:spPr>
          <a:xfrm>
            <a:off x="9825931" y="5926282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143" name="Text 75"/>
          <p:cNvSpPr/>
          <p:nvPr/>
        </p:nvSpPr>
        <p:spPr>
          <a:xfrm>
            <a:off x="9606955" y="6275532"/>
            <a:ext cx="817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Set Webhook</a:t>
            </a:r>
            <a:endParaRPr lang="en-US" sz="1600" dirty="0"/>
          </a:p>
        </p:txBody>
      </p:sp>
      <p:sp>
        <p:nvSpPr>
          <p:cNvPr id="144" name="Text 76"/>
          <p:cNvSpPr/>
          <p:nvPr/>
        </p:nvSpPr>
        <p:spPr>
          <a:xfrm>
            <a:off x="9606955" y="6466032"/>
            <a:ext cx="817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Telegram API</a:t>
            </a:r>
            <a:endParaRPr lang="en-US" sz="1600" dirty="0"/>
          </a:p>
        </p:txBody>
      </p:sp>
      <p:sp>
        <p:nvSpPr>
          <p:cNvPr id="145" name="Shape 77"/>
          <p:cNvSpPr/>
          <p:nvPr/>
        </p:nvSpPr>
        <p:spPr>
          <a:xfrm>
            <a:off x="10791429" y="622790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6" name="Shape 78"/>
          <p:cNvSpPr/>
          <p:nvPr/>
        </p:nvSpPr>
        <p:spPr>
          <a:xfrm>
            <a:off x="11387833" y="592628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7" name="Text 79"/>
          <p:cNvSpPr/>
          <p:nvPr/>
        </p:nvSpPr>
        <p:spPr>
          <a:xfrm>
            <a:off x="11356083" y="5926282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✓</a:t>
            </a:r>
            <a:endParaRPr lang="en-US" sz="1600" dirty="0"/>
          </a:p>
        </p:txBody>
      </p:sp>
      <p:sp>
        <p:nvSpPr>
          <p:cNvPr id="148" name="Text 80"/>
          <p:cNvSpPr/>
          <p:nvPr/>
        </p:nvSpPr>
        <p:spPr>
          <a:xfrm>
            <a:off x="11283852" y="6275532"/>
            <a:ext cx="523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Verify</a:t>
            </a:r>
            <a:endParaRPr lang="en-US" sz="1600" dirty="0"/>
          </a:p>
        </p:txBody>
      </p:sp>
      <p:sp>
        <p:nvSpPr>
          <p:cNvPr id="149" name="Text 81"/>
          <p:cNvSpPr/>
          <p:nvPr/>
        </p:nvSpPr>
        <p:spPr>
          <a:xfrm>
            <a:off x="11283852" y="6466032"/>
            <a:ext cx="523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Test bot</a:t>
            </a:r>
            <a:endParaRPr lang="en-US" sz="1600" dirty="0"/>
          </a:p>
        </p:txBody>
      </p:sp>
      <p:sp>
        <p:nvSpPr>
          <p:cNvPr id="153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  <p:sp>
        <p:nvSpPr>
          <p:cNvPr id="154" name="Text 48"/>
          <p:cNvSpPr/>
          <p:nvPr/>
        </p:nvSpPr>
        <p:spPr>
          <a:xfrm>
            <a:off x="495397" y="3243069"/>
            <a:ext cx="5046421" cy="14839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import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json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import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boto3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import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os </a:t>
            </a:r>
            <a:r>
              <a:rPr lang="en-US" sz="875" dirty="0">
                <a:solidFill>
                  <a:srgbClr val="788A9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Initialize clients outside handler for reuse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dynamodb = boto3.client(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'dynamodb'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 s3 = boto3.client(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's3'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def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lambda_handler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(event, context): </a:t>
            </a:r>
            <a:r>
              <a:rPr lang="en-US" sz="875" dirty="0">
                <a:solidFill>
                  <a:srgbClr val="788A9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"""Main Lambda entry point"""# Parse Telegram webhook payload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message = event.get(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'message'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{}) chat_id = message.get(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'chat'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{}).get(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'id'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 text = message.get(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'text'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 </a:t>
            </a:r>
            <a:r>
              <a:rPr lang="en-US" sz="875" dirty="0">
                <a:solidFill>
                  <a:srgbClr val="788A9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Route to appropriate handler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text.startswith(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'/chat'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): response = handle_chat(message)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elif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text.startswith(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'/save'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): response = handle_save(message)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elif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text.startswith(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'/get'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): response = handle_get(message)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else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response = handle_default(message)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{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'statusCode'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200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'body'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json.dumps({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'message'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response}) }</a:t>
            </a:r>
            <a:endParaRPr lang="en-US" sz="1600" dirty="0"/>
          </a:p>
        </p:txBody>
      </p:sp>
      <p:sp>
        <p:nvSpPr>
          <p:cNvPr id="159" name="TextBox 158"/>
          <p:cNvSpPr txBox="1"/>
          <p:nvPr/>
        </p:nvSpPr>
        <p:spPr>
          <a:xfrm>
            <a:off x="6369050" y="4111627"/>
            <a:ext cx="5185641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88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resource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"aws_api_gateway_integration""</a:t>
            </a:r>
            <a:r>
              <a:rPr lang="en-US" sz="880" dirty="0" err="1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lambda_integration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{ </a:t>
            </a:r>
            <a:r>
              <a:rPr lang="en-US" sz="880" dirty="0" err="1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rest_api_id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aws_api_gateway_rest_api.telegram_bot.id </a:t>
            </a:r>
            <a:r>
              <a:rPr lang="en-US" sz="880" dirty="0" err="1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resource_id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aws_api_gateway_resource.webhook.id </a:t>
            </a:r>
            <a:r>
              <a:rPr lang="en-US" sz="880" dirty="0" err="1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http_method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</a:t>
            </a:r>
            <a:r>
              <a:rPr lang="en-US" sz="880" dirty="0" err="1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aws_api_gateway_method.webhook_post.http_method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880" dirty="0" err="1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integration_http_method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"POST"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type =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"AWS_PROXY"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880" dirty="0" err="1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uri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= </a:t>
            </a:r>
            <a:r>
              <a:rPr lang="en-US" sz="880" dirty="0" err="1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aws_lambda_function.bot_lambda.invoke_arn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}</a:t>
            </a:r>
            <a:endParaRPr lang="en-US" sz="88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9">
            <a:extLst>
              <a:ext uri="{FF2B5EF4-FFF2-40B4-BE49-F238E27FC236}">
                <a16:creationId xmlns:a16="http://schemas.microsoft.com/office/drawing/2014/main" id="{430C61C6-CDD7-3189-1C50-065181DB6917}"/>
              </a:ext>
            </a:extLst>
          </p:cNvPr>
          <p:cNvSpPr/>
          <p:nvPr/>
        </p:nvSpPr>
        <p:spPr>
          <a:xfrm>
            <a:off x="340809" y="5295706"/>
            <a:ext cx="5689600" cy="1086621"/>
          </a:xfrm>
          <a:custGeom>
            <a:avLst/>
            <a:gdLst/>
            <a:ahLst/>
            <a:cxnLst/>
            <a:rect l="l" t="t" r="r" b="b"/>
            <a:pathLst>
              <a:path w="5689600" h="3260725">
                <a:moveTo>
                  <a:pt x="0" y="0"/>
                </a:moveTo>
                <a:lnTo>
                  <a:pt x="5689600" y="0"/>
                </a:lnTo>
                <a:lnTo>
                  <a:pt x="5689600" y="3260725"/>
                </a:lnTo>
                <a:lnTo>
                  <a:pt x="0" y="3260725"/>
                </a:lnTo>
                <a:lnTo>
                  <a:pt x="0" y="0"/>
                </a:lnTo>
                <a:close/>
              </a:path>
            </a:pathLst>
          </a:custGeom>
          <a:solidFill>
            <a:srgbClr val="2D3136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2"/>
          <p:cNvSpPr/>
          <p:nvPr/>
        </p:nvSpPr>
        <p:spPr>
          <a:xfrm>
            <a:off x="352582" y="1085673"/>
            <a:ext cx="5670982" cy="4136726"/>
          </a:xfrm>
          <a:custGeom>
            <a:avLst/>
            <a:gdLst/>
            <a:ahLst/>
            <a:cxnLst/>
            <a:rect l="l" t="t" r="r" b="b"/>
            <a:pathLst>
              <a:path w="5670982" h="4806982">
                <a:moveTo>
                  <a:pt x="104744" y="0"/>
                </a:moveTo>
                <a:lnTo>
                  <a:pt x="5566238" y="0"/>
                </a:lnTo>
                <a:cubicBezTo>
                  <a:pt x="5624086" y="0"/>
                  <a:pt x="5670982" y="46896"/>
                  <a:pt x="5670982" y="104744"/>
                </a:cubicBezTo>
                <a:lnTo>
                  <a:pt x="5670982" y="4702238"/>
                </a:lnTo>
                <a:cubicBezTo>
                  <a:pt x="5670982" y="4760086"/>
                  <a:pt x="5624086" y="4806982"/>
                  <a:pt x="5566238" y="4806982"/>
                </a:cubicBezTo>
                <a:lnTo>
                  <a:pt x="104744" y="4806982"/>
                </a:lnTo>
                <a:cubicBezTo>
                  <a:pt x="46896" y="4806982"/>
                  <a:pt x="0" y="4760086"/>
                  <a:pt x="0" y="4702238"/>
                </a:cubicBezTo>
                <a:lnTo>
                  <a:pt x="0" y="104744"/>
                </a:lnTo>
                <a:cubicBezTo>
                  <a:pt x="0" y="46896"/>
                  <a:pt x="46896" y="0"/>
                  <a:pt x="10474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31373F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C8A265"/>
              </a:solidFill>
            </a:endParaRPr>
          </a:p>
        </p:txBody>
      </p:sp>
      <p:sp>
        <p:nvSpPr>
          <p:cNvPr id="161" name="Shape 80"/>
          <p:cNvSpPr/>
          <p:nvPr/>
        </p:nvSpPr>
        <p:spPr>
          <a:xfrm>
            <a:off x="705564" y="4192586"/>
            <a:ext cx="1358817" cy="647394"/>
          </a:xfrm>
          <a:custGeom>
            <a:avLst/>
            <a:gdLst/>
            <a:ahLst/>
            <a:cxnLst/>
            <a:rect l="l" t="t" r="r" b="b"/>
            <a:pathLst>
              <a:path w="1358817" h="647394">
                <a:moveTo>
                  <a:pt x="71142" y="0"/>
                </a:moveTo>
                <a:lnTo>
                  <a:pt x="1287674" y="0"/>
                </a:lnTo>
                <a:cubicBezTo>
                  <a:pt x="1326965" y="0"/>
                  <a:pt x="1358817" y="31851"/>
                  <a:pt x="1358817" y="71142"/>
                </a:cubicBezTo>
                <a:lnTo>
                  <a:pt x="1358817" y="576252"/>
                </a:lnTo>
                <a:cubicBezTo>
                  <a:pt x="1358817" y="615543"/>
                  <a:pt x="1326965" y="647394"/>
                  <a:pt x="1287674" y="647394"/>
                </a:cubicBezTo>
                <a:lnTo>
                  <a:pt x="71142" y="647394"/>
                </a:lnTo>
                <a:cubicBezTo>
                  <a:pt x="31851" y="647394"/>
                  <a:pt x="0" y="615543"/>
                  <a:pt x="0" y="576252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hape 80"/>
          <p:cNvSpPr/>
          <p:nvPr/>
        </p:nvSpPr>
        <p:spPr>
          <a:xfrm>
            <a:off x="2425754" y="4199568"/>
            <a:ext cx="1358817" cy="647394"/>
          </a:xfrm>
          <a:custGeom>
            <a:avLst/>
            <a:gdLst/>
            <a:ahLst/>
            <a:cxnLst/>
            <a:rect l="l" t="t" r="r" b="b"/>
            <a:pathLst>
              <a:path w="1358817" h="647394">
                <a:moveTo>
                  <a:pt x="71142" y="0"/>
                </a:moveTo>
                <a:lnTo>
                  <a:pt x="1287674" y="0"/>
                </a:lnTo>
                <a:cubicBezTo>
                  <a:pt x="1326965" y="0"/>
                  <a:pt x="1358817" y="31851"/>
                  <a:pt x="1358817" y="71142"/>
                </a:cubicBezTo>
                <a:lnTo>
                  <a:pt x="1358817" y="576252"/>
                </a:lnTo>
                <a:cubicBezTo>
                  <a:pt x="1358817" y="615543"/>
                  <a:pt x="1326965" y="647394"/>
                  <a:pt x="1287674" y="647394"/>
                </a:cubicBezTo>
                <a:lnTo>
                  <a:pt x="71142" y="647394"/>
                </a:lnTo>
                <a:cubicBezTo>
                  <a:pt x="31851" y="647394"/>
                  <a:pt x="0" y="615543"/>
                  <a:pt x="0" y="576252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hape 80"/>
          <p:cNvSpPr/>
          <p:nvPr/>
        </p:nvSpPr>
        <p:spPr>
          <a:xfrm>
            <a:off x="4201927" y="4200295"/>
            <a:ext cx="1358817" cy="647394"/>
          </a:xfrm>
          <a:custGeom>
            <a:avLst/>
            <a:gdLst/>
            <a:ahLst/>
            <a:cxnLst/>
            <a:rect l="l" t="t" r="r" b="b"/>
            <a:pathLst>
              <a:path w="1358817" h="647394">
                <a:moveTo>
                  <a:pt x="71142" y="0"/>
                </a:moveTo>
                <a:lnTo>
                  <a:pt x="1287674" y="0"/>
                </a:lnTo>
                <a:cubicBezTo>
                  <a:pt x="1326965" y="0"/>
                  <a:pt x="1358817" y="31851"/>
                  <a:pt x="1358817" y="71142"/>
                </a:cubicBezTo>
                <a:lnTo>
                  <a:pt x="1358817" y="576252"/>
                </a:lnTo>
                <a:cubicBezTo>
                  <a:pt x="1358817" y="615543"/>
                  <a:pt x="1326965" y="647394"/>
                  <a:pt x="1287674" y="647394"/>
                </a:cubicBezTo>
                <a:lnTo>
                  <a:pt x="71142" y="647394"/>
                </a:lnTo>
                <a:cubicBezTo>
                  <a:pt x="31851" y="647394"/>
                  <a:pt x="0" y="615543"/>
                  <a:pt x="0" y="576252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PERSISTENCE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DynamoDB &amp; Amazon S3</a:t>
            </a:r>
            <a:endParaRPr lang="en-US" sz="1600" dirty="0"/>
          </a:p>
        </p:txBody>
      </p:sp>
      <p:sp>
        <p:nvSpPr>
          <p:cNvPr id="63" name="Shape 3"/>
          <p:cNvSpPr/>
          <p:nvPr/>
        </p:nvSpPr>
        <p:spPr>
          <a:xfrm>
            <a:off x="528436" y="1263712"/>
            <a:ext cx="152727" cy="174545"/>
          </a:xfrm>
          <a:custGeom>
            <a:avLst/>
            <a:gdLst/>
            <a:ahLst/>
            <a:cxnLst/>
            <a:rect l="l" t="t" r="r" b="b"/>
            <a:pathLst>
              <a:path w="152727" h="174545">
                <a:moveTo>
                  <a:pt x="152727" y="70159"/>
                </a:moveTo>
                <a:cubicBezTo>
                  <a:pt x="147682" y="73500"/>
                  <a:pt x="141886" y="76193"/>
                  <a:pt x="135852" y="78341"/>
                </a:cubicBezTo>
                <a:cubicBezTo>
                  <a:pt x="119830" y="84068"/>
                  <a:pt x="98795" y="87273"/>
                  <a:pt x="76364" y="87273"/>
                </a:cubicBezTo>
                <a:cubicBezTo>
                  <a:pt x="53932" y="87273"/>
                  <a:pt x="32864" y="84034"/>
                  <a:pt x="16875" y="78341"/>
                </a:cubicBezTo>
                <a:cubicBezTo>
                  <a:pt x="10875" y="76193"/>
                  <a:pt x="5045" y="73500"/>
                  <a:pt x="0" y="70159"/>
                </a:cubicBezTo>
                <a:lnTo>
                  <a:pt x="0" y="98182"/>
                </a:lnTo>
                <a:cubicBezTo>
                  <a:pt x="0" y="113250"/>
                  <a:pt x="34193" y="125455"/>
                  <a:pt x="76364" y="125455"/>
                </a:cubicBezTo>
                <a:cubicBezTo>
                  <a:pt x="118534" y="125455"/>
                  <a:pt x="152727" y="113250"/>
                  <a:pt x="152727" y="98182"/>
                </a:cubicBezTo>
                <a:lnTo>
                  <a:pt x="152727" y="70159"/>
                </a:lnTo>
                <a:close/>
                <a:moveTo>
                  <a:pt x="152727" y="43636"/>
                </a:moveTo>
                <a:lnTo>
                  <a:pt x="152727" y="27273"/>
                </a:lnTo>
                <a:cubicBezTo>
                  <a:pt x="152727" y="12205"/>
                  <a:pt x="118534" y="0"/>
                  <a:pt x="76364" y="0"/>
                </a:cubicBezTo>
                <a:cubicBezTo>
                  <a:pt x="34193" y="0"/>
                  <a:pt x="0" y="12205"/>
                  <a:pt x="0" y="27273"/>
                </a:cubicBezTo>
                <a:lnTo>
                  <a:pt x="0" y="43636"/>
                </a:lnTo>
                <a:cubicBezTo>
                  <a:pt x="0" y="58705"/>
                  <a:pt x="34193" y="70909"/>
                  <a:pt x="76364" y="70909"/>
                </a:cubicBezTo>
                <a:cubicBezTo>
                  <a:pt x="118534" y="70909"/>
                  <a:pt x="152727" y="58705"/>
                  <a:pt x="152727" y="43636"/>
                </a:cubicBezTo>
                <a:close/>
                <a:moveTo>
                  <a:pt x="135852" y="132886"/>
                </a:moveTo>
                <a:cubicBezTo>
                  <a:pt x="119864" y="138580"/>
                  <a:pt x="98830" y="141818"/>
                  <a:pt x="76364" y="141818"/>
                </a:cubicBezTo>
                <a:cubicBezTo>
                  <a:pt x="53898" y="141818"/>
                  <a:pt x="32864" y="138580"/>
                  <a:pt x="16875" y="132886"/>
                </a:cubicBezTo>
                <a:cubicBezTo>
                  <a:pt x="10875" y="130739"/>
                  <a:pt x="5045" y="128045"/>
                  <a:pt x="0" y="124705"/>
                </a:cubicBezTo>
                <a:lnTo>
                  <a:pt x="0" y="147273"/>
                </a:lnTo>
                <a:cubicBezTo>
                  <a:pt x="0" y="162341"/>
                  <a:pt x="34193" y="174545"/>
                  <a:pt x="76364" y="174545"/>
                </a:cubicBezTo>
                <a:cubicBezTo>
                  <a:pt x="118534" y="174545"/>
                  <a:pt x="152727" y="162341"/>
                  <a:pt x="152727" y="147273"/>
                </a:cubicBezTo>
                <a:lnTo>
                  <a:pt x="152727" y="124705"/>
                </a:lnTo>
                <a:cubicBezTo>
                  <a:pt x="147682" y="128045"/>
                  <a:pt x="141886" y="130739"/>
                  <a:pt x="135852" y="13288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 dirty="0">
              <a:solidFill>
                <a:srgbClr val="C8A265"/>
              </a:solidFill>
            </a:endParaRPr>
          </a:p>
        </p:txBody>
      </p:sp>
      <p:sp>
        <p:nvSpPr>
          <p:cNvPr id="64" name="Text 4"/>
          <p:cNvSpPr/>
          <p:nvPr/>
        </p:nvSpPr>
        <p:spPr>
          <a:xfrm>
            <a:off x="713891" y="1228803"/>
            <a:ext cx="5253818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DynamoDB: NoSQL Data Persistence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66" name="Text 6"/>
          <p:cNvSpPr/>
          <p:nvPr/>
        </p:nvSpPr>
        <p:spPr>
          <a:xfrm>
            <a:off x="600436" y="1682621"/>
            <a:ext cx="2504727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Partition Key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67" name="Text 7"/>
          <p:cNvSpPr/>
          <p:nvPr/>
        </p:nvSpPr>
        <p:spPr>
          <a:xfrm>
            <a:off x="600436" y="1926984"/>
            <a:ext cx="2513455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user_id (Number)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69" name="Text 9"/>
          <p:cNvSpPr/>
          <p:nvPr/>
        </p:nvSpPr>
        <p:spPr>
          <a:xfrm>
            <a:off x="3345382" y="1682621"/>
            <a:ext cx="2504727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Sort Key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70" name="Text 10"/>
          <p:cNvSpPr/>
          <p:nvPr/>
        </p:nvSpPr>
        <p:spPr>
          <a:xfrm>
            <a:off x="3345382" y="1926984"/>
            <a:ext cx="2513455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timestamp (String)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71" name="Shape 11"/>
          <p:cNvSpPr/>
          <p:nvPr/>
        </p:nvSpPr>
        <p:spPr>
          <a:xfrm>
            <a:off x="495709" y="2380803"/>
            <a:ext cx="5384727" cy="1710545"/>
          </a:xfrm>
          <a:custGeom>
            <a:avLst/>
            <a:gdLst/>
            <a:ahLst/>
            <a:cxnLst/>
            <a:rect l="l" t="t" r="r" b="b"/>
            <a:pathLst>
              <a:path w="5384727" h="1710545">
                <a:moveTo>
                  <a:pt x="69824" y="0"/>
                </a:moveTo>
                <a:lnTo>
                  <a:pt x="5314903" y="0"/>
                </a:lnTo>
                <a:cubicBezTo>
                  <a:pt x="5353466" y="0"/>
                  <a:pt x="5384727" y="31261"/>
                  <a:pt x="5384727" y="69824"/>
                </a:cubicBezTo>
                <a:lnTo>
                  <a:pt x="5384727" y="1640721"/>
                </a:lnTo>
                <a:cubicBezTo>
                  <a:pt x="5384727" y="1679284"/>
                  <a:pt x="5353466" y="1710545"/>
                  <a:pt x="5314903" y="1710545"/>
                </a:cubicBezTo>
                <a:lnTo>
                  <a:pt x="69824" y="1710545"/>
                </a:lnTo>
                <a:cubicBezTo>
                  <a:pt x="31261" y="1710545"/>
                  <a:pt x="0" y="1679284"/>
                  <a:pt x="0" y="1640721"/>
                </a:cubicBezTo>
                <a:lnTo>
                  <a:pt x="0" y="69824"/>
                </a:lnTo>
                <a:cubicBezTo>
                  <a:pt x="0" y="31261"/>
                  <a:pt x="31261" y="0"/>
                  <a:pt x="6982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  <p:txBody>
          <a:bodyPr/>
          <a:lstStyle/>
          <a:p>
            <a:endParaRPr lang="en-IN">
              <a:solidFill>
                <a:srgbClr val="C8A265"/>
              </a:solidFill>
            </a:endParaRPr>
          </a:p>
        </p:txBody>
      </p:sp>
      <p:sp>
        <p:nvSpPr>
          <p:cNvPr id="80" name="Text 20"/>
          <p:cNvSpPr/>
          <p:nvPr/>
        </p:nvSpPr>
        <p:spPr>
          <a:xfrm>
            <a:off x="521891" y="4265893"/>
            <a:ext cx="1693091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&lt;10ms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81" name="Text 21"/>
          <p:cNvSpPr/>
          <p:nvPr/>
        </p:nvSpPr>
        <p:spPr>
          <a:xfrm>
            <a:off x="530618" y="4510257"/>
            <a:ext cx="1675636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Read (p99)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83" name="Text 23"/>
          <p:cNvSpPr/>
          <p:nvPr/>
        </p:nvSpPr>
        <p:spPr>
          <a:xfrm>
            <a:off x="2239327" y="4300802"/>
            <a:ext cx="1693091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&lt;15ms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84" name="Text 24"/>
          <p:cNvSpPr/>
          <p:nvPr/>
        </p:nvSpPr>
        <p:spPr>
          <a:xfrm>
            <a:off x="2248054" y="4545166"/>
            <a:ext cx="1675636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Write (p99)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86" name="Text 26"/>
          <p:cNvSpPr/>
          <p:nvPr/>
        </p:nvSpPr>
        <p:spPr>
          <a:xfrm>
            <a:off x="4056317" y="4265893"/>
            <a:ext cx="1693091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Instant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87" name="Text 27"/>
          <p:cNvSpPr/>
          <p:nvPr/>
        </p:nvSpPr>
        <p:spPr>
          <a:xfrm>
            <a:off x="4065045" y="4510257"/>
            <a:ext cx="1675636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Auto-Scale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60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C480B8D6-3D38-408E-0A1B-42441F47CDF0}"/>
              </a:ext>
            </a:extLst>
          </p:cNvPr>
          <p:cNvSpPr/>
          <p:nvPr/>
        </p:nvSpPr>
        <p:spPr>
          <a:xfrm>
            <a:off x="542421" y="1634783"/>
            <a:ext cx="2579688" cy="592454"/>
          </a:xfrm>
          <a:custGeom>
            <a:avLst/>
            <a:gdLst/>
            <a:ahLst/>
            <a:cxnLst/>
            <a:rect l="l" t="t" r="r" b="b"/>
            <a:pathLst>
              <a:path w="2579688" h="444500">
                <a:moveTo>
                  <a:pt x="31751" y="0"/>
                </a:moveTo>
                <a:lnTo>
                  <a:pt x="2547937" y="0"/>
                </a:lnTo>
                <a:cubicBezTo>
                  <a:pt x="2565472" y="0"/>
                  <a:pt x="2579688" y="14215"/>
                  <a:pt x="2579688" y="31751"/>
                </a:cubicBezTo>
                <a:lnTo>
                  <a:pt x="2579688" y="412749"/>
                </a:lnTo>
                <a:cubicBezTo>
                  <a:pt x="2579688" y="430285"/>
                  <a:pt x="2565472" y="444500"/>
                  <a:pt x="2547937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1196B02A-E8C1-EF88-C5C4-4A377F731F60}"/>
              </a:ext>
            </a:extLst>
          </p:cNvPr>
          <p:cNvSpPr/>
          <p:nvPr/>
        </p:nvSpPr>
        <p:spPr>
          <a:xfrm>
            <a:off x="3185609" y="1634783"/>
            <a:ext cx="2579688" cy="592454"/>
          </a:xfrm>
          <a:custGeom>
            <a:avLst/>
            <a:gdLst/>
            <a:ahLst/>
            <a:cxnLst/>
            <a:rect l="l" t="t" r="r" b="b"/>
            <a:pathLst>
              <a:path w="2579688" h="444500">
                <a:moveTo>
                  <a:pt x="31751" y="0"/>
                </a:moveTo>
                <a:lnTo>
                  <a:pt x="2547937" y="0"/>
                </a:lnTo>
                <a:cubicBezTo>
                  <a:pt x="2565472" y="0"/>
                  <a:pt x="2579688" y="14215"/>
                  <a:pt x="2579688" y="31751"/>
                </a:cubicBezTo>
                <a:lnTo>
                  <a:pt x="2579688" y="412749"/>
                </a:lnTo>
                <a:cubicBezTo>
                  <a:pt x="2579688" y="430285"/>
                  <a:pt x="2565472" y="444500"/>
                  <a:pt x="2547937" y="444500"/>
                </a:cubicBezTo>
                <a:lnTo>
                  <a:pt x="31751" y="444500"/>
                </a:lnTo>
                <a:cubicBezTo>
                  <a:pt x="14215" y="444500"/>
                  <a:pt x="0" y="430285"/>
                  <a:pt x="0" y="412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3">
            <a:extLst>
              <a:ext uri="{FF2B5EF4-FFF2-40B4-BE49-F238E27FC236}">
                <a16:creationId xmlns:a16="http://schemas.microsoft.com/office/drawing/2014/main" id="{C4E5F461-82B2-251F-4D7A-6045CA211862}"/>
              </a:ext>
            </a:extLst>
          </p:cNvPr>
          <p:cNvSpPr/>
          <p:nvPr/>
        </p:nvSpPr>
        <p:spPr>
          <a:xfrm>
            <a:off x="495709" y="5526785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31749" y="0"/>
                </a:moveTo>
                <a:lnTo>
                  <a:pt x="5397501" y="0"/>
                </a:lnTo>
                <a:cubicBezTo>
                  <a:pt x="5415035" y="0"/>
                  <a:pt x="5429250" y="14215"/>
                  <a:pt x="5429250" y="31749"/>
                </a:cubicBezTo>
                <a:lnTo>
                  <a:pt x="5429250" y="571501"/>
                </a:lnTo>
                <a:cubicBezTo>
                  <a:pt x="5429250" y="589035"/>
                  <a:pt x="5415035" y="603250"/>
                  <a:pt x="539750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4">
            <a:extLst>
              <a:ext uri="{FF2B5EF4-FFF2-40B4-BE49-F238E27FC236}">
                <a16:creationId xmlns:a16="http://schemas.microsoft.com/office/drawing/2014/main" id="{25CF5221-73E1-A915-8764-A961B04F78FE}"/>
              </a:ext>
            </a:extLst>
          </p:cNvPr>
          <p:cNvSpPr/>
          <p:nvPr/>
        </p:nvSpPr>
        <p:spPr>
          <a:xfrm>
            <a:off x="590959" y="5622035"/>
            <a:ext cx="529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 Types Stored:</a:t>
            </a:r>
            <a:endParaRPr lang="en-US" sz="1600" dirty="0"/>
          </a:p>
        </p:txBody>
      </p:sp>
      <p:sp>
        <p:nvSpPr>
          <p:cNvPr id="9" name="Shape 45">
            <a:extLst>
              <a:ext uri="{FF2B5EF4-FFF2-40B4-BE49-F238E27FC236}">
                <a16:creationId xmlns:a16="http://schemas.microsoft.com/office/drawing/2014/main" id="{BD9D77E1-BD30-02E0-6758-4B31C7DE1BD9}"/>
              </a:ext>
            </a:extLst>
          </p:cNvPr>
          <p:cNvSpPr/>
          <p:nvPr/>
        </p:nvSpPr>
        <p:spPr>
          <a:xfrm>
            <a:off x="590959" y="5844285"/>
            <a:ext cx="658813" cy="190500"/>
          </a:xfrm>
          <a:custGeom>
            <a:avLst/>
            <a:gdLst/>
            <a:ahLst/>
            <a:cxnLst/>
            <a:rect l="l" t="t" r="r" b="b"/>
            <a:pathLst>
              <a:path w="658813" h="190500">
                <a:moveTo>
                  <a:pt x="31751" y="0"/>
                </a:moveTo>
                <a:lnTo>
                  <a:pt x="627062" y="0"/>
                </a:lnTo>
                <a:cubicBezTo>
                  <a:pt x="644597" y="0"/>
                  <a:pt x="658813" y="14215"/>
                  <a:pt x="658813" y="31751"/>
                </a:cubicBezTo>
                <a:lnTo>
                  <a:pt x="658813" y="158749"/>
                </a:lnTo>
                <a:cubicBezTo>
                  <a:pt x="658813" y="176285"/>
                  <a:pt x="644597" y="190500"/>
                  <a:pt x="6270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8A265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46">
            <a:extLst>
              <a:ext uri="{FF2B5EF4-FFF2-40B4-BE49-F238E27FC236}">
                <a16:creationId xmlns:a16="http://schemas.microsoft.com/office/drawing/2014/main" id="{8F52E242-1CD1-C565-255A-EFA9AD3D8F8D}"/>
              </a:ext>
            </a:extLst>
          </p:cNvPr>
          <p:cNvSpPr/>
          <p:nvPr/>
        </p:nvSpPr>
        <p:spPr>
          <a:xfrm>
            <a:off x="590959" y="5844285"/>
            <a:ext cx="7064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</a:t>
            </a:r>
            <a:endParaRPr lang="en-US" sz="1600" dirty="0"/>
          </a:p>
        </p:txBody>
      </p:sp>
      <p:sp>
        <p:nvSpPr>
          <p:cNvPr id="11" name="Shape 47">
            <a:extLst>
              <a:ext uri="{FF2B5EF4-FFF2-40B4-BE49-F238E27FC236}">
                <a16:creationId xmlns:a16="http://schemas.microsoft.com/office/drawing/2014/main" id="{27C2EE53-D25F-0D0E-0BC4-2B060C76FAB3}"/>
              </a:ext>
            </a:extLst>
          </p:cNvPr>
          <p:cNvSpPr/>
          <p:nvPr/>
        </p:nvSpPr>
        <p:spPr>
          <a:xfrm>
            <a:off x="1313470" y="5844285"/>
            <a:ext cx="539750" cy="190500"/>
          </a:xfrm>
          <a:custGeom>
            <a:avLst/>
            <a:gdLst/>
            <a:ahLst/>
            <a:cxnLst/>
            <a:rect l="l" t="t" r="r" b="b"/>
            <a:pathLst>
              <a:path w="539750" h="190500">
                <a:moveTo>
                  <a:pt x="31751" y="0"/>
                </a:moveTo>
                <a:lnTo>
                  <a:pt x="507999" y="0"/>
                </a:lnTo>
                <a:cubicBezTo>
                  <a:pt x="525535" y="0"/>
                  <a:pt x="539750" y="14215"/>
                  <a:pt x="539750" y="31751"/>
                </a:cubicBezTo>
                <a:lnTo>
                  <a:pt x="539750" y="158749"/>
                </a:lnTo>
                <a:cubicBezTo>
                  <a:pt x="539750" y="176285"/>
                  <a:pt x="525535" y="190500"/>
                  <a:pt x="5079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8A265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48">
            <a:extLst>
              <a:ext uri="{FF2B5EF4-FFF2-40B4-BE49-F238E27FC236}">
                <a16:creationId xmlns:a16="http://schemas.microsoft.com/office/drawing/2014/main" id="{27816963-35C7-A814-25DA-8FC60EF662FA}"/>
              </a:ext>
            </a:extLst>
          </p:cNvPr>
          <p:cNvSpPr/>
          <p:nvPr/>
        </p:nvSpPr>
        <p:spPr>
          <a:xfrm>
            <a:off x="1313470" y="5844285"/>
            <a:ext cx="587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key_value</a:t>
            </a:r>
            <a:endParaRPr lang="en-US" sz="1600" dirty="0"/>
          </a:p>
        </p:txBody>
      </p:sp>
      <p:sp>
        <p:nvSpPr>
          <p:cNvPr id="13" name="Shape 49">
            <a:extLst>
              <a:ext uri="{FF2B5EF4-FFF2-40B4-BE49-F238E27FC236}">
                <a16:creationId xmlns:a16="http://schemas.microsoft.com/office/drawing/2014/main" id="{F6F1E5BD-04B2-547C-9427-5E242069C62A}"/>
              </a:ext>
            </a:extLst>
          </p:cNvPr>
          <p:cNvSpPr/>
          <p:nvPr/>
        </p:nvSpPr>
        <p:spPr>
          <a:xfrm>
            <a:off x="1915232" y="5844285"/>
            <a:ext cx="309563" cy="190500"/>
          </a:xfrm>
          <a:custGeom>
            <a:avLst/>
            <a:gdLst/>
            <a:ahLst/>
            <a:cxnLst/>
            <a:rect l="l" t="t" r="r" b="b"/>
            <a:pathLst>
              <a:path w="309563" h="190500">
                <a:moveTo>
                  <a:pt x="31751" y="0"/>
                </a:moveTo>
                <a:lnTo>
                  <a:pt x="277812" y="0"/>
                </a:lnTo>
                <a:cubicBezTo>
                  <a:pt x="295347" y="0"/>
                  <a:pt x="309563" y="14215"/>
                  <a:pt x="309563" y="31751"/>
                </a:cubicBezTo>
                <a:lnTo>
                  <a:pt x="309563" y="158749"/>
                </a:lnTo>
                <a:cubicBezTo>
                  <a:pt x="309563" y="176285"/>
                  <a:pt x="295347" y="190500"/>
                  <a:pt x="2778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8A265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50">
            <a:extLst>
              <a:ext uri="{FF2B5EF4-FFF2-40B4-BE49-F238E27FC236}">
                <a16:creationId xmlns:a16="http://schemas.microsoft.com/office/drawing/2014/main" id="{C023875C-D9CE-725D-B96C-8478C2B6C78C}"/>
              </a:ext>
            </a:extLst>
          </p:cNvPr>
          <p:cNvSpPr/>
          <p:nvPr/>
        </p:nvSpPr>
        <p:spPr>
          <a:xfrm>
            <a:off x="1915232" y="5844285"/>
            <a:ext cx="3571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</a:t>
            </a:r>
            <a:endParaRPr lang="en-US" sz="1600" dirty="0"/>
          </a:p>
        </p:txBody>
      </p:sp>
      <p:sp>
        <p:nvSpPr>
          <p:cNvPr id="15" name="Shape 51">
            <a:extLst>
              <a:ext uri="{FF2B5EF4-FFF2-40B4-BE49-F238E27FC236}">
                <a16:creationId xmlns:a16="http://schemas.microsoft.com/office/drawing/2014/main" id="{691917A1-E084-6309-46B9-445ACB1995A0}"/>
              </a:ext>
            </a:extLst>
          </p:cNvPr>
          <p:cNvSpPr/>
          <p:nvPr/>
        </p:nvSpPr>
        <p:spPr>
          <a:xfrm>
            <a:off x="2290179" y="5844285"/>
            <a:ext cx="682625" cy="190500"/>
          </a:xfrm>
          <a:custGeom>
            <a:avLst/>
            <a:gdLst/>
            <a:ahLst/>
            <a:cxnLst/>
            <a:rect l="l" t="t" r="r" b="b"/>
            <a:pathLst>
              <a:path w="682625" h="190500">
                <a:moveTo>
                  <a:pt x="31751" y="0"/>
                </a:moveTo>
                <a:lnTo>
                  <a:pt x="650874" y="0"/>
                </a:lnTo>
                <a:cubicBezTo>
                  <a:pt x="668410" y="0"/>
                  <a:pt x="682625" y="14215"/>
                  <a:pt x="682625" y="31751"/>
                </a:cubicBezTo>
                <a:lnTo>
                  <a:pt x="682625" y="158749"/>
                </a:lnTo>
                <a:cubicBezTo>
                  <a:pt x="682625" y="176285"/>
                  <a:pt x="668410" y="190500"/>
                  <a:pt x="65087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8A265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52">
            <a:extLst>
              <a:ext uri="{FF2B5EF4-FFF2-40B4-BE49-F238E27FC236}">
                <a16:creationId xmlns:a16="http://schemas.microsoft.com/office/drawing/2014/main" id="{6D0D4978-0D69-62F9-7D37-843FAD74F27A}"/>
              </a:ext>
            </a:extLst>
          </p:cNvPr>
          <p:cNvSpPr/>
          <p:nvPr/>
        </p:nvSpPr>
        <p:spPr>
          <a:xfrm>
            <a:off x="2290179" y="5844285"/>
            <a:ext cx="73025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file_metadata</a:t>
            </a:r>
            <a:endParaRPr lang="en-US" sz="1600" dirty="0"/>
          </a:p>
        </p:txBody>
      </p:sp>
      <p:sp>
        <p:nvSpPr>
          <p:cNvPr id="17" name="Shape 53">
            <a:extLst>
              <a:ext uri="{FF2B5EF4-FFF2-40B4-BE49-F238E27FC236}">
                <a16:creationId xmlns:a16="http://schemas.microsoft.com/office/drawing/2014/main" id="{E11C18D5-3864-B388-30EB-6DABBAF0F3D3}"/>
              </a:ext>
            </a:extLst>
          </p:cNvPr>
          <p:cNvSpPr/>
          <p:nvPr/>
        </p:nvSpPr>
        <p:spPr>
          <a:xfrm>
            <a:off x="3036800" y="5844285"/>
            <a:ext cx="539750" cy="190500"/>
          </a:xfrm>
          <a:custGeom>
            <a:avLst/>
            <a:gdLst/>
            <a:ahLst/>
            <a:cxnLst/>
            <a:rect l="l" t="t" r="r" b="b"/>
            <a:pathLst>
              <a:path w="539750" h="190500">
                <a:moveTo>
                  <a:pt x="31751" y="0"/>
                </a:moveTo>
                <a:lnTo>
                  <a:pt x="507999" y="0"/>
                </a:lnTo>
                <a:cubicBezTo>
                  <a:pt x="525535" y="0"/>
                  <a:pt x="539750" y="14215"/>
                  <a:pt x="539750" y="31751"/>
                </a:cubicBezTo>
                <a:lnTo>
                  <a:pt x="539750" y="158749"/>
                </a:lnTo>
                <a:cubicBezTo>
                  <a:pt x="539750" y="176285"/>
                  <a:pt x="525535" y="190500"/>
                  <a:pt x="5079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8A265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54">
            <a:extLst>
              <a:ext uri="{FF2B5EF4-FFF2-40B4-BE49-F238E27FC236}">
                <a16:creationId xmlns:a16="http://schemas.microsoft.com/office/drawing/2014/main" id="{5FC255A8-7ABD-7098-DEF9-1F79E9C2DBDA}"/>
              </a:ext>
            </a:extLst>
          </p:cNvPr>
          <p:cNvSpPr/>
          <p:nvPr/>
        </p:nvSpPr>
        <p:spPr>
          <a:xfrm>
            <a:off x="3036800" y="5844285"/>
            <a:ext cx="587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user_stats</a:t>
            </a:r>
            <a:endParaRPr lang="en-US" sz="1600" dirty="0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2BE9E498-230F-476F-B44C-0DACCCCB6C4C}"/>
              </a:ext>
            </a:extLst>
          </p:cNvPr>
          <p:cNvSpPr/>
          <p:nvPr/>
        </p:nvSpPr>
        <p:spPr>
          <a:xfrm>
            <a:off x="6161593" y="4389259"/>
            <a:ext cx="5683250" cy="1740776"/>
          </a:xfrm>
          <a:custGeom>
            <a:avLst/>
            <a:gdLst/>
            <a:ahLst/>
            <a:cxnLst/>
            <a:rect l="l" t="t" r="r" b="b"/>
            <a:pathLst>
              <a:path w="5683250" h="1555750">
                <a:moveTo>
                  <a:pt x="0" y="0"/>
                </a:moveTo>
                <a:lnTo>
                  <a:pt x="5683250" y="0"/>
                </a:lnTo>
                <a:lnTo>
                  <a:pt x="5683250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24">
            <a:extLst>
              <a:ext uri="{FF2B5EF4-FFF2-40B4-BE49-F238E27FC236}">
                <a16:creationId xmlns:a16="http://schemas.microsoft.com/office/drawing/2014/main" id="{D3825E89-82B2-0E2E-DB88-58F115EB7AC5}"/>
              </a:ext>
            </a:extLst>
          </p:cNvPr>
          <p:cNvSpPr/>
          <p:nvPr/>
        </p:nvSpPr>
        <p:spPr>
          <a:xfrm>
            <a:off x="6161593" y="4389259"/>
            <a:ext cx="31750" cy="1740776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4F336B27-9861-1FC9-D7E5-2659E80EE96F}"/>
              </a:ext>
            </a:extLst>
          </p:cNvPr>
          <p:cNvSpPr/>
          <p:nvPr/>
        </p:nvSpPr>
        <p:spPr>
          <a:xfrm>
            <a:off x="6344156" y="4548009"/>
            <a:ext cx="119063" cy="17763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37207" y="79375"/>
                </a:moveTo>
                <a:cubicBezTo>
                  <a:pt x="33083" y="79375"/>
                  <a:pt x="29766" y="82693"/>
                  <a:pt x="29766" y="86816"/>
                </a:cubicBezTo>
                <a:cubicBezTo>
                  <a:pt x="29766" y="90940"/>
                  <a:pt x="33083" y="94258"/>
                  <a:pt x="37207" y="94258"/>
                </a:cubicBezTo>
                <a:lnTo>
                  <a:pt x="81855" y="94258"/>
                </a:lnTo>
                <a:cubicBezTo>
                  <a:pt x="85979" y="94258"/>
                  <a:pt x="89297" y="90940"/>
                  <a:pt x="89297" y="86816"/>
                </a:cubicBezTo>
                <a:cubicBezTo>
                  <a:pt x="89297" y="82693"/>
                  <a:pt x="85979" y="79375"/>
                  <a:pt x="81855" y="79375"/>
                </a:cubicBezTo>
                <a:lnTo>
                  <a:pt x="37207" y="79375"/>
                </a:lnTo>
                <a:close/>
                <a:moveTo>
                  <a:pt x="37207" y="109141"/>
                </a:moveTo>
                <a:cubicBezTo>
                  <a:pt x="33083" y="109141"/>
                  <a:pt x="29766" y="112458"/>
                  <a:pt x="29766" y="116582"/>
                </a:cubicBezTo>
                <a:cubicBezTo>
                  <a:pt x="29766" y="120706"/>
                  <a:pt x="33083" y="124023"/>
                  <a:pt x="37207" y="124023"/>
                </a:cubicBezTo>
                <a:lnTo>
                  <a:pt x="81855" y="124023"/>
                </a:lnTo>
                <a:cubicBezTo>
                  <a:pt x="85979" y="124023"/>
                  <a:pt x="89297" y="120706"/>
                  <a:pt x="89297" y="116582"/>
                </a:cubicBezTo>
                <a:cubicBezTo>
                  <a:pt x="89297" y="112458"/>
                  <a:pt x="85979" y="109141"/>
                  <a:pt x="81855" y="109141"/>
                </a:cubicBezTo>
                <a:lnTo>
                  <a:pt x="37207" y="109141"/>
                </a:ln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A1E7001E-48FF-597E-1FC9-08B84CD92EF9}"/>
              </a:ext>
            </a:extLst>
          </p:cNvPr>
          <p:cNvSpPr/>
          <p:nvPr/>
        </p:nvSpPr>
        <p:spPr>
          <a:xfrm>
            <a:off x="6502906" y="4516259"/>
            <a:ext cx="5294313" cy="248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File Types</a:t>
            </a:r>
            <a:endParaRPr lang="en-US" sz="1600" dirty="0"/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D5BDA3E8-9DCE-705E-7D61-1A52DD5717C8}"/>
              </a:ext>
            </a:extLst>
          </p:cNvPr>
          <p:cNvSpPr/>
          <p:nvPr/>
        </p:nvSpPr>
        <p:spPr>
          <a:xfrm>
            <a:off x="6304468" y="4833759"/>
            <a:ext cx="2674938" cy="319734"/>
          </a:xfrm>
          <a:custGeom>
            <a:avLst/>
            <a:gdLst/>
            <a:ahLst/>
            <a:cxnLst/>
            <a:rect l="l" t="t" r="r" b="b"/>
            <a:pathLst>
              <a:path w="2674938" h="285750">
                <a:moveTo>
                  <a:pt x="31750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50"/>
                </a:cubicBezTo>
                <a:lnTo>
                  <a:pt x="2674938" y="254000"/>
                </a:lnTo>
                <a:cubicBezTo>
                  <a:pt x="2674938" y="271535"/>
                  <a:pt x="2660723" y="285750"/>
                  <a:pt x="26431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FE0767CB-FB0C-EF22-985C-D7519723BFEE}"/>
              </a:ext>
            </a:extLst>
          </p:cNvPr>
          <p:cNvSpPr/>
          <p:nvPr/>
        </p:nvSpPr>
        <p:spPr>
          <a:xfrm>
            <a:off x="6391781" y="4913134"/>
            <a:ext cx="111125" cy="142104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31750" y="27781"/>
                </a:moveTo>
                <a:cubicBezTo>
                  <a:pt x="38321" y="27781"/>
                  <a:pt x="43656" y="33116"/>
                  <a:pt x="43656" y="39688"/>
                </a:cubicBezTo>
                <a:cubicBezTo>
                  <a:pt x="43656" y="46259"/>
                  <a:pt x="38321" y="51594"/>
                  <a:pt x="31750" y="51594"/>
                </a:cubicBezTo>
                <a:cubicBezTo>
                  <a:pt x="25179" y="51594"/>
                  <a:pt x="19844" y="46259"/>
                  <a:pt x="19844" y="39688"/>
                </a:cubicBezTo>
                <a:cubicBezTo>
                  <a:pt x="19844" y="33116"/>
                  <a:pt x="25179" y="27781"/>
                  <a:pt x="31750" y="27781"/>
                </a:cubicBezTo>
                <a:close/>
                <a:moveTo>
                  <a:pt x="67469" y="55563"/>
                </a:moveTo>
                <a:cubicBezTo>
                  <a:pt x="69552" y="55563"/>
                  <a:pt x="71462" y="56654"/>
                  <a:pt x="72554" y="58415"/>
                </a:cubicBezTo>
                <a:lnTo>
                  <a:pt x="94382" y="94134"/>
                </a:lnTo>
                <a:cubicBezTo>
                  <a:pt x="95498" y="95969"/>
                  <a:pt x="95548" y="98276"/>
                  <a:pt x="94506" y="100161"/>
                </a:cubicBezTo>
                <a:cubicBezTo>
                  <a:pt x="93464" y="102046"/>
                  <a:pt x="91455" y="103188"/>
                  <a:pt x="89297" y="103188"/>
                </a:cubicBezTo>
                <a:lnTo>
                  <a:pt x="21828" y="103188"/>
                </a:lnTo>
                <a:cubicBezTo>
                  <a:pt x="19621" y="103188"/>
                  <a:pt x="17562" y="101947"/>
                  <a:pt x="16545" y="99988"/>
                </a:cubicBezTo>
                <a:cubicBezTo>
                  <a:pt x="15528" y="98028"/>
                  <a:pt x="15677" y="95647"/>
                  <a:pt x="16942" y="93836"/>
                </a:cubicBezTo>
                <a:lnTo>
                  <a:pt x="30832" y="73992"/>
                </a:lnTo>
                <a:cubicBezTo>
                  <a:pt x="31948" y="72405"/>
                  <a:pt x="33759" y="71462"/>
                  <a:pt x="35719" y="71462"/>
                </a:cubicBezTo>
                <a:cubicBezTo>
                  <a:pt x="37678" y="71462"/>
                  <a:pt x="39489" y="72405"/>
                  <a:pt x="40605" y="73992"/>
                </a:cubicBezTo>
                <a:lnTo>
                  <a:pt x="47154" y="83369"/>
                </a:lnTo>
                <a:lnTo>
                  <a:pt x="62384" y="58440"/>
                </a:lnTo>
                <a:cubicBezTo>
                  <a:pt x="63475" y="56679"/>
                  <a:pt x="65385" y="55587"/>
                  <a:pt x="67469" y="55587"/>
                </a:cubicBez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6C62B76A-D596-D6C4-CE45-B3FCB6DFE64A}"/>
              </a:ext>
            </a:extLst>
          </p:cNvPr>
          <p:cNvSpPr/>
          <p:nvPr/>
        </p:nvSpPr>
        <p:spPr>
          <a:xfrm>
            <a:off x="6590218" y="4897259"/>
            <a:ext cx="912813" cy="17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Photos (JPG, PNG)</a:t>
            </a:r>
            <a:endParaRPr lang="en-US" sz="1600" dirty="0"/>
          </a:p>
        </p:txBody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E46F8E6C-4497-A1B5-1569-591F34D7F8FA}"/>
              </a:ext>
            </a:extLst>
          </p:cNvPr>
          <p:cNvSpPr/>
          <p:nvPr/>
        </p:nvSpPr>
        <p:spPr>
          <a:xfrm>
            <a:off x="9042906" y="4833759"/>
            <a:ext cx="2674938" cy="319734"/>
          </a:xfrm>
          <a:custGeom>
            <a:avLst/>
            <a:gdLst/>
            <a:ahLst/>
            <a:cxnLst/>
            <a:rect l="l" t="t" r="r" b="b"/>
            <a:pathLst>
              <a:path w="2674938" h="285750">
                <a:moveTo>
                  <a:pt x="31750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50"/>
                </a:cubicBezTo>
                <a:lnTo>
                  <a:pt x="2674938" y="254000"/>
                </a:lnTo>
                <a:cubicBezTo>
                  <a:pt x="2674938" y="271535"/>
                  <a:pt x="2660723" y="285750"/>
                  <a:pt x="26431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31">
            <a:extLst>
              <a:ext uri="{FF2B5EF4-FFF2-40B4-BE49-F238E27FC236}">
                <a16:creationId xmlns:a16="http://schemas.microsoft.com/office/drawing/2014/main" id="{5DBDBE24-4F4F-4D37-5D4D-1A7F6B7E9F80}"/>
              </a:ext>
            </a:extLst>
          </p:cNvPr>
          <p:cNvSpPr/>
          <p:nvPr/>
        </p:nvSpPr>
        <p:spPr>
          <a:xfrm>
            <a:off x="9114343" y="4913134"/>
            <a:ext cx="142875" cy="142104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23812" y="0"/>
                </a:moveTo>
                <a:cubicBezTo>
                  <a:pt x="15056" y="0"/>
                  <a:pt x="7938" y="7119"/>
                  <a:pt x="7938" y="15875"/>
                </a:cubicBezTo>
                <a:lnTo>
                  <a:pt x="7938" y="111125"/>
                </a:lnTo>
                <a:cubicBezTo>
                  <a:pt x="7938" y="119881"/>
                  <a:pt x="15056" y="127000"/>
                  <a:pt x="23812" y="127000"/>
                </a:cubicBezTo>
                <a:lnTo>
                  <a:pt x="43656" y="127000"/>
                </a:lnTo>
                <a:lnTo>
                  <a:pt x="43656" y="99219"/>
                </a:lnTo>
                <a:cubicBezTo>
                  <a:pt x="43656" y="90463"/>
                  <a:pt x="50775" y="83344"/>
                  <a:pt x="59531" y="83344"/>
                </a:cubicBezTo>
                <a:lnTo>
                  <a:pt x="103188" y="83344"/>
                </a:lnTo>
                <a:lnTo>
                  <a:pt x="103188" y="42292"/>
                </a:lnTo>
                <a:cubicBezTo>
                  <a:pt x="103188" y="38075"/>
                  <a:pt x="101526" y="34032"/>
                  <a:pt x="98549" y="31055"/>
                </a:cubicBezTo>
                <a:lnTo>
                  <a:pt x="72107" y="4638"/>
                </a:lnTo>
                <a:cubicBezTo>
                  <a:pt x="69131" y="1662"/>
                  <a:pt x="65112" y="0"/>
                  <a:pt x="60896" y="0"/>
                </a:cubicBezTo>
                <a:lnTo>
                  <a:pt x="23812" y="0"/>
                </a:lnTo>
                <a:close/>
                <a:moveTo>
                  <a:pt x="88677" y="43656"/>
                </a:moveTo>
                <a:lnTo>
                  <a:pt x="65484" y="43656"/>
                </a:lnTo>
                <a:cubicBezTo>
                  <a:pt x="62185" y="43656"/>
                  <a:pt x="59531" y="41002"/>
                  <a:pt x="59531" y="37703"/>
                </a:cubicBezTo>
                <a:lnTo>
                  <a:pt x="59531" y="14511"/>
                </a:lnTo>
                <a:lnTo>
                  <a:pt x="88677" y="43656"/>
                </a:lnTo>
                <a:close/>
                <a:moveTo>
                  <a:pt x="59531" y="94258"/>
                </a:moveTo>
                <a:cubicBezTo>
                  <a:pt x="56803" y="94258"/>
                  <a:pt x="54570" y="96490"/>
                  <a:pt x="54570" y="99219"/>
                </a:cubicBezTo>
                <a:lnTo>
                  <a:pt x="54570" y="130969"/>
                </a:lnTo>
                <a:cubicBezTo>
                  <a:pt x="54570" y="133697"/>
                  <a:pt x="56803" y="135930"/>
                  <a:pt x="59531" y="135930"/>
                </a:cubicBezTo>
                <a:cubicBezTo>
                  <a:pt x="62260" y="135930"/>
                  <a:pt x="64492" y="133697"/>
                  <a:pt x="64492" y="130969"/>
                </a:cubicBezTo>
                <a:lnTo>
                  <a:pt x="64492" y="124023"/>
                </a:lnTo>
                <a:lnTo>
                  <a:pt x="67469" y="124023"/>
                </a:lnTo>
                <a:cubicBezTo>
                  <a:pt x="75679" y="124023"/>
                  <a:pt x="82352" y="117351"/>
                  <a:pt x="82352" y="109141"/>
                </a:cubicBezTo>
                <a:cubicBezTo>
                  <a:pt x="82352" y="100930"/>
                  <a:pt x="75679" y="94258"/>
                  <a:pt x="67469" y="94258"/>
                </a:cubicBezTo>
                <a:lnTo>
                  <a:pt x="59531" y="94258"/>
                </a:lnTo>
                <a:close/>
                <a:moveTo>
                  <a:pt x="67469" y="114102"/>
                </a:moveTo>
                <a:lnTo>
                  <a:pt x="64492" y="114102"/>
                </a:lnTo>
                <a:lnTo>
                  <a:pt x="64492" y="104180"/>
                </a:lnTo>
                <a:lnTo>
                  <a:pt x="67469" y="104180"/>
                </a:lnTo>
                <a:cubicBezTo>
                  <a:pt x="70197" y="104180"/>
                  <a:pt x="72430" y="106412"/>
                  <a:pt x="72430" y="109141"/>
                </a:cubicBezTo>
                <a:cubicBezTo>
                  <a:pt x="72430" y="111869"/>
                  <a:pt x="70197" y="114102"/>
                  <a:pt x="67469" y="114102"/>
                </a:cubicBezTo>
                <a:close/>
                <a:moveTo>
                  <a:pt x="91281" y="94258"/>
                </a:moveTo>
                <a:cubicBezTo>
                  <a:pt x="88553" y="94258"/>
                  <a:pt x="86320" y="96490"/>
                  <a:pt x="86320" y="99219"/>
                </a:cubicBezTo>
                <a:lnTo>
                  <a:pt x="86320" y="130969"/>
                </a:lnTo>
                <a:cubicBezTo>
                  <a:pt x="86320" y="133697"/>
                  <a:pt x="88553" y="135930"/>
                  <a:pt x="91281" y="135930"/>
                </a:cubicBezTo>
                <a:lnTo>
                  <a:pt x="99219" y="135930"/>
                </a:lnTo>
                <a:cubicBezTo>
                  <a:pt x="106338" y="135930"/>
                  <a:pt x="112117" y="130150"/>
                  <a:pt x="112117" y="123031"/>
                </a:cubicBezTo>
                <a:lnTo>
                  <a:pt x="112117" y="107156"/>
                </a:lnTo>
                <a:cubicBezTo>
                  <a:pt x="112117" y="100037"/>
                  <a:pt x="106338" y="94258"/>
                  <a:pt x="99219" y="94258"/>
                </a:cubicBezTo>
                <a:lnTo>
                  <a:pt x="91281" y="94258"/>
                </a:lnTo>
                <a:close/>
                <a:moveTo>
                  <a:pt x="96242" y="126008"/>
                </a:moveTo>
                <a:lnTo>
                  <a:pt x="96242" y="104180"/>
                </a:lnTo>
                <a:lnTo>
                  <a:pt x="99219" y="104180"/>
                </a:lnTo>
                <a:cubicBezTo>
                  <a:pt x="100856" y="104180"/>
                  <a:pt x="102195" y="105519"/>
                  <a:pt x="102195" y="107156"/>
                </a:cubicBezTo>
                <a:lnTo>
                  <a:pt x="102195" y="123031"/>
                </a:lnTo>
                <a:cubicBezTo>
                  <a:pt x="102195" y="124668"/>
                  <a:pt x="100856" y="126008"/>
                  <a:pt x="99219" y="126008"/>
                </a:cubicBezTo>
                <a:lnTo>
                  <a:pt x="96242" y="126008"/>
                </a:lnTo>
                <a:close/>
                <a:moveTo>
                  <a:pt x="118070" y="99219"/>
                </a:moveTo>
                <a:lnTo>
                  <a:pt x="118070" y="130969"/>
                </a:lnTo>
                <a:cubicBezTo>
                  <a:pt x="118070" y="133697"/>
                  <a:pt x="120303" y="135930"/>
                  <a:pt x="123031" y="135930"/>
                </a:cubicBezTo>
                <a:cubicBezTo>
                  <a:pt x="125760" y="135930"/>
                  <a:pt x="127992" y="133697"/>
                  <a:pt x="127992" y="130969"/>
                </a:cubicBezTo>
                <a:lnTo>
                  <a:pt x="127992" y="120055"/>
                </a:lnTo>
                <a:lnTo>
                  <a:pt x="134938" y="120055"/>
                </a:lnTo>
                <a:cubicBezTo>
                  <a:pt x="137666" y="120055"/>
                  <a:pt x="139898" y="117822"/>
                  <a:pt x="139898" y="115094"/>
                </a:cubicBezTo>
                <a:cubicBezTo>
                  <a:pt x="139898" y="112365"/>
                  <a:pt x="137666" y="110133"/>
                  <a:pt x="134938" y="110133"/>
                </a:cubicBezTo>
                <a:lnTo>
                  <a:pt x="127992" y="110133"/>
                </a:lnTo>
                <a:lnTo>
                  <a:pt x="127992" y="104180"/>
                </a:lnTo>
                <a:lnTo>
                  <a:pt x="134938" y="104180"/>
                </a:lnTo>
                <a:cubicBezTo>
                  <a:pt x="137666" y="104180"/>
                  <a:pt x="139898" y="101947"/>
                  <a:pt x="139898" y="99219"/>
                </a:cubicBezTo>
                <a:cubicBezTo>
                  <a:pt x="139898" y="96490"/>
                  <a:pt x="137666" y="94258"/>
                  <a:pt x="134938" y="94258"/>
                </a:cubicBezTo>
                <a:lnTo>
                  <a:pt x="123031" y="94258"/>
                </a:lnTo>
                <a:cubicBezTo>
                  <a:pt x="120303" y="94258"/>
                  <a:pt x="118070" y="96490"/>
                  <a:pt x="118070" y="99219"/>
                </a:cubicBez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AF9744FE-F4A3-ED84-536A-B95E4108755E}"/>
              </a:ext>
            </a:extLst>
          </p:cNvPr>
          <p:cNvSpPr/>
          <p:nvPr/>
        </p:nvSpPr>
        <p:spPr>
          <a:xfrm>
            <a:off x="9328656" y="4897259"/>
            <a:ext cx="896938" cy="17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(PDF)</a:t>
            </a:r>
            <a:endParaRPr lang="en-US" sz="1600" dirty="0"/>
          </a:p>
        </p:txBody>
      </p:sp>
      <p:sp>
        <p:nvSpPr>
          <p:cNvPr id="30" name="Shape 33">
            <a:extLst>
              <a:ext uri="{FF2B5EF4-FFF2-40B4-BE49-F238E27FC236}">
                <a16:creationId xmlns:a16="http://schemas.microsoft.com/office/drawing/2014/main" id="{58C2854F-ACD6-FDEF-F8AF-DA72C11F342A}"/>
              </a:ext>
            </a:extLst>
          </p:cNvPr>
          <p:cNvSpPr/>
          <p:nvPr/>
        </p:nvSpPr>
        <p:spPr>
          <a:xfrm>
            <a:off x="6304468" y="5183009"/>
            <a:ext cx="2674938" cy="319734"/>
          </a:xfrm>
          <a:custGeom>
            <a:avLst/>
            <a:gdLst/>
            <a:ahLst/>
            <a:cxnLst/>
            <a:rect l="l" t="t" r="r" b="b"/>
            <a:pathLst>
              <a:path w="2674938" h="285750">
                <a:moveTo>
                  <a:pt x="31750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50"/>
                </a:cubicBezTo>
                <a:lnTo>
                  <a:pt x="2674938" y="254000"/>
                </a:lnTo>
                <a:cubicBezTo>
                  <a:pt x="2674938" y="271535"/>
                  <a:pt x="2660723" y="285750"/>
                  <a:pt x="26431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34">
            <a:extLst>
              <a:ext uri="{FF2B5EF4-FFF2-40B4-BE49-F238E27FC236}">
                <a16:creationId xmlns:a16="http://schemas.microsoft.com/office/drawing/2014/main" id="{907334FC-7DD0-0A7E-754B-5AF2BF44CC18}"/>
              </a:ext>
            </a:extLst>
          </p:cNvPr>
          <p:cNvSpPr/>
          <p:nvPr/>
        </p:nvSpPr>
        <p:spPr>
          <a:xfrm>
            <a:off x="6375906" y="5262384"/>
            <a:ext cx="142875" cy="142104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23812" y="15875"/>
                </a:moveTo>
                <a:cubicBezTo>
                  <a:pt x="15056" y="15875"/>
                  <a:pt x="7938" y="22994"/>
                  <a:pt x="7938" y="31750"/>
                </a:cubicBezTo>
                <a:lnTo>
                  <a:pt x="7938" y="95250"/>
                </a:lnTo>
                <a:cubicBezTo>
                  <a:pt x="7938" y="104006"/>
                  <a:pt x="15056" y="111125"/>
                  <a:pt x="23812" y="111125"/>
                </a:cubicBezTo>
                <a:lnTo>
                  <a:pt x="87313" y="111125"/>
                </a:lnTo>
                <a:cubicBezTo>
                  <a:pt x="96069" y="111125"/>
                  <a:pt x="103188" y="104006"/>
                  <a:pt x="103188" y="95250"/>
                </a:cubicBezTo>
                <a:lnTo>
                  <a:pt x="103188" y="31750"/>
                </a:lnTo>
                <a:cubicBezTo>
                  <a:pt x="103188" y="22994"/>
                  <a:pt x="96069" y="15875"/>
                  <a:pt x="87313" y="15875"/>
                </a:cubicBezTo>
                <a:lnTo>
                  <a:pt x="23812" y="15875"/>
                </a:lnTo>
                <a:close/>
                <a:moveTo>
                  <a:pt x="115094" y="83344"/>
                </a:moveTo>
                <a:lnTo>
                  <a:pt x="133325" y="97929"/>
                </a:lnTo>
                <a:cubicBezTo>
                  <a:pt x="134367" y="98772"/>
                  <a:pt x="135657" y="99219"/>
                  <a:pt x="136996" y="99219"/>
                </a:cubicBezTo>
                <a:cubicBezTo>
                  <a:pt x="140246" y="99219"/>
                  <a:pt x="142875" y="96589"/>
                  <a:pt x="142875" y="93340"/>
                </a:cubicBezTo>
                <a:lnTo>
                  <a:pt x="142875" y="33660"/>
                </a:lnTo>
                <a:cubicBezTo>
                  <a:pt x="142875" y="30411"/>
                  <a:pt x="140246" y="27781"/>
                  <a:pt x="136996" y="27781"/>
                </a:cubicBezTo>
                <a:cubicBezTo>
                  <a:pt x="135657" y="27781"/>
                  <a:pt x="134367" y="28228"/>
                  <a:pt x="133325" y="29071"/>
                </a:cubicBezTo>
                <a:lnTo>
                  <a:pt x="115094" y="43656"/>
                </a:lnTo>
                <a:lnTo>
                  <a:pt x="115094" y="83344"/>
                </a:ln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5">
            <a:extLst>
              <a:ext uri="{FF2B5EF4-FFF2-40B4-BE49-F238E27FC236}">
                <a16:creationId xmlns:a16="http://schemas.microsoft.com/office/drawing/2014/main" id="{97242120-C536-7B85-EF9F-CE1DD33B7D3F}"/>
              </a:ext>
            </a:extLst>
          </p:cNvPr>
          <p:cNvSpPr/>
          <p:nvPr/>
        </p:nvSpPr>
        <p:spPr>
          <a:xfrm>
            <a:off x="6590218" y="5246509"/>
            <a:ext cx="690563" cy="17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 (MP4)</a:t>
            </a:r>
            <a:endParaRPr lang="en-US" sz="1600" dirty="0"/>
          </a:p>
        </p:txBody>
      </p:sp>
      <p:sp>
        <p:nvSpPr>
          <p:cNvPr id="33" name="Shape 36">
            <a:extLst>
              <a:ext uri="{FF2B5EF4-FFF2-40B4-BE49-F238E27FC236}">
                <a16:creationId xmlns:a16="http://schemas.microsoft.com/office/drawing/2014/main" id="{9C62F7A9-3C2D-F1DC-D222-F3E2A2D346DF}"/>
              </a:ext>
            </a:extLst>
          </p:cNvPr>
          <p:cNvSpPr/>
          <p:nvPr/>
        </p:nvSpPr>
        <p:spPr>
          <a:xfrm>
            <a:off x="9042906" y="5183009"/>
            <a:ext cx="2674938" cy="319734"/>
          </a:xfrm>
          <a:custGeom>
            <a:avLst/>
            <a:gdLst/>
            <a:ahLst/>
            <a:cxnLst/>
            <a:rect l="l" t="t" r="r" b="b"/>
            <a:pathLst>
              <a:path w="2674938" h="285750">
                <a:moveTo>
                  <a:pt x="31750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50"/>
                </a:cubicBezTo>
                <a:lnTo>
                  <a:pt x="2674938" y="254000"/>
                </a:lnTo>
                <a:cubicBezTo>
                  <a:pt x="2674938" y="271535"/>
                  <a:pt x="2660723" y="285750"/>
                  <a:pt x="26431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6662C55C-67C4-1380-E745-E5CB6F0B23B4}"/>
              </a:ext>
            </a:extLst>
          </p:cNvPr>
          <p:cNvSpPr/>
          <p:nvPr/>
        </p:nvSpPr>
        <p:spPr>
          <a:xfrm>
            <a:off x="9122281" y="5262384"/>
            <a:ext cx="127000" cy="142104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6086" y="1736"/>
                </a:moveTo>
                <a:cubicBezTo>
                  <a:pt x="117971" y="3249"/>
                  <a:pt x="119063" y="5531"/>
                  <a:pt x="119063" y="7938"/>
                </a:cubicBezTo>
                <a:lnTo>
                  <a:pt x="119063" y="83344"/>
                </a:lnTo>
                <a:cubicBezTo>
                  <a:pt x="119063" y="94307"/>
                  <a:pt x="108396" y="103188"/>
                  <a:pt x="95250" y="103188"/>
                </a:cubicBezTo>
                <a:cubicBezTo>
                  <a:pt x="82104" y="103188"/>
                  <a:pt x="71438" y="94307"/>
                  <a:pt x="71438" y="83344"/>
                </a:cubicBezTo>
                <a:cubicBezTo>
                  <a:pt x="71438" y="72380"/>
                  <a:pt x="82104" y="63500"/>
                  <a:pt x="95250" y="63500"/>
                </a:cubicBezTo>
                <a:cubicBezTo>
                  <a:pt x="98028" y="63500"/>
                  <a:pt x="100707" y="63897"/>
                  <a:pt x="103188" y="64641"/>
                </a:cubicBezTo>
                <a:lnTo>
                  <a:pt x="103188" y="35694"/>
                </a:lnTo>
                <a:lnTo>
                  <a:pt x="47625" y="48047"/>
                </a:lnTo>
                <a:lnTo>
                  <a:pt x="47625" y="99219"/>
                </a:lnTo>
                <a:cubicBezTo>
                  <a:pt x="47625" y="110182"/>
                  <a:pt x="36959" y="119063"/>
                  <a:pt x="23812" y="119063"/>
                </a:cubicBezTo>
                <a:cubicBezTo>
                  <a:pt x="10666" y="119063"/>
                  <a:pt x="0" y="110182"/>
                  <a:pt x="0" y="99219"/>
                </a:cubicBezTo>
                <a:cubicBezTo>
                  <a:pt x="0" y="88255"/>
                  <a:pt x="10666" y="79375"/>
                  <a:pt x="23812" y="79375"/>
                </a:cubicBezTo>
                <a:cubicBezTo>
                  <a:pt x="26591" y="79375"/>
                  <a:pt x="29270" y="79772"/>
                  <a:pt x="31750" y="80516"/>
                </a:cubicBezTo>
                <a:lnTo>
                  <a:pt x="31750" y="23812"/>
                </a:lnTo>
                <a:cubicBezTo>
                  <a:pt x="31750" y="20092"/>
                  <a:pt x="34330" y="16867"/>
                  <a:pt x="37976" y="16073"/>
                </a:cubicBezTo>
                <a:lnTo>
                  <a:pt x="109413" y="198"/>
                </a:lnTo>
                <a:cubicBezTo>
                  <a:pt x="111770" y="-322"/>
                  <a:pt x="114226" y="248"/>
                  <a:pt x="116111" y="1761"/>
                </a:cubicBez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FDD4C5A2-4A3B-C561-2CE7-6687FC844E15}"/>
              </a:ext>
            </a:extLst>
          </p:cNvPr>
          <p:cNvSpPr/>
          <p:nvPr/>
        </p:nvSpPr>
        <p:spPr>
          <a:xfrm>
            <a:off x="9328656" y="5246509"/>
            <a:ext cx="650875" cy="17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(MP3)</a:t>
            </a:r>
            <a:endParaRPr lang="en-US" sz="1600" dirty="0"/>
          </a:p>
        </p:txBody>
      </p:sp>
      <p:sp>
        <p:nvSpPr>
          <p:cNvPr id="36" name="Shape 39">
            <a:extLst>
              <a:ext uri="{FF2B5EF4-FFF2-40B4-BE49-F238E27FC236}">
                <a16:creationId xmlns:a16="http://schemas.microsoft.com/office/drawing/2014/main" id="{6CF6B6F8-CC0B-A8A1-18F4-788830C34D89}"/>
              </a:ext>
            </a:extLst>
          </p:cNvPr>
          <p:cNvSpPr/>
          <p:nvPr/>
        </p:nvSpPr>
        <p:spPr>
          <a:xfrm>
            <a:off x="6304468" y="5532259"/>
            <a:ext cx="2674938" cy="319734"/>
          </a:xfrm>
          <a:custGeom>
            <a:avLst/>
            <a:gdLst/>
            <a:ahLst/>
            <a:cxnLst/>
            <a:rect l="l" t="t" r="r" b="b"/>
            <a:pathLst>
              <a:path w="2674938" h="285750">
                <a:moveTo>
                  <a:pt x="31750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50"/>
                </a:cubicBezTo>
                <a:lnTo>
                  <a:pt x="2674938" y="254000"/>
                </a:lnTo>
                <a:cubicBezTo>
                  <a:pt x="2674938" y="271535"/>
                  <a:pt x="2660723" y="285750"/>
                  <a:pt x="26431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40">
            <a:extLst>
              <a:ext uri="{FF2B5EF4-FFF2-40B4-BE49-F238E27FC236}">
                <a16:creationId xmlns:a16="http://schemas.microsoft.com/office/drawing/2014/main" id="{E4CD30F3-CA87-1F5C-A5A7-0E489C20958F}"/>
              </a:ext>
            </a:extLst>
          </p:cNvPr>
          <p:cNvSpPr/>
          <p:nvPr/>
        </p:nvSpPr>
        <p:spPr>
          <a:xfrm>
            <a:off x="6399718" y="5611634"/>
            <a:ext cx="95250" cy="142104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7625" y="0"/>
                </a:moveTo>
                <a:cubicBezTo>
                  <a:pt x="34479" y="0"/>
                  <a:pt x="23812" y="10666"/>
                  <a:pt x="23812" y="23812"/>
                </a:cubicBezTo>
                <a:lnTo>
                  <a:pt x="23812" y="55563"/>
                </a:lnTo>
                <a:cubicBezTo>
                  <a:pt x="23812" y="68709"/>
                  <a:pt x="34479" y="79375"/>
                  <a:pt x="47625" y="79375"/>
                </a:cubicBezTo>
                <a:cubicBezTo>
                  <a:pt x="60771" y="79375"/>
                  <a:pt x="71438" y="68709"/>
                  <a:pt x="71438" y="55563"/>
                </a:cubicBezTo>
                <a:lnTo>
                  <a:pt x="71438" y="23812"/>
                </a:lnTo>
                <a:cubicBezTo>
                  <a:pt x="71438" y="10666"/>
                  <a:pt x="60771" y="0"/>
                  <a:pt x="47625" y="0"/>
                </a:cubicBezTo>
                <a:close/>
                <a:moveTo>
                  <a:pt x="11906" y="45641"/>
                </a:moveTo>
                <a:cubicBezTo>
                  <a:pt x="11906" y="42342"/>
                  <a:pt x="9252" y="39688"/>
                  <a:pt x="5953" y="39688"/>
                </a:cubicBezTo>
                <a:cubicBezTo>
                  <a:pt x="2654" y="39688"/>
                  <a:pt x="0" y="42342"/>
                  <a:pt x="0" y="45641"/>
                </a:cubicBezTo>
                <a:lnTo>
                  <a:pt x="0" y="55563"/>
                </a:lnTo>
                <a:cubicBezTo>
                  <a:pt x="0" y="79846"/>
                  <a:pt x="18182" y="99888"/>
                  <a:pt x="41672" y="102815"/>
                </a:cubicBezTo>
                <a:lnTo>
                  <a:pt x="41672" y="115094"/>
                </a:lnTo>
                <a:lnTo>
                  <a:pt x="29766" y="115094"/>
                </a:lnTo>
                <a:cubicBezTo>
                  <a:pt x="26467" y="115094"/>
                  <a:pt x="23812" y="117748"/>
                  <a:pt x="23812" y="121047"/>
                </a:cubicBezTo>
                <a:cubicBezTo>
                  <a:pt x="23812" y="124346"/>
                  <a:pt x="26467" y="127000"/>
                  <a:pt x="29766" y="127000"/>
                </a:cubicBezTo>
                <a:lnTo>
                  <a:pt x="65484" y="127000"/>
                </a:lnTo>
                <a:cubicBezTo>
                  <a:pt x="68783" y="127000"/>
                  <a:pt x="71438" y="124346"/>
                  <a:pt x="71438" y="121047"/>
                </a:cubicBezTo>
                <a:cubicBezTo>
                  <a:pt x="71438" y="117748"/>
                  <a:pt x="68783" y="115094"/>
                  <a:pt x="65484" y="115094"/>
                </a:cubicBezTo>
                <a:lnTo>
                  <a:pt x="53578" y="115094"/>
                </a:lnTo>
                <a:lnTo>
                  <a:pt x="53578" y="102815"/>
                </a:lnTo>
                <a:cubicBezTo>
                  <a:pt x="77068" y="99888"/>
                  <a:pt x="95250" y="79846"/>
                  <a:pt x="95250" y="55563"/>
                </a:cubicBezTo>
                <a:lnTo>
                  <a:pt x="95250" y="45641"/>
                </a:lnTo>
                <a:cubicBezTo>
                  <a:pt x="95250" y="42342"/>
                  <a:pt x="92596" y="39688"/>
                  <a:pt x="89297" y="39688"/>
                </a:cubicBezTo>
                <a:cubicBezTo>
                  <a:pt x="85998" y="39688"/>
                  <a:pt x="83344" y="42342"/>
                  <a:pt x="83344" y="45641"/>
                </a:cubicBezTo>
                <a:lnTo>
                  <a:pt x="83344" y="55563"/>
                </a:lnTo>
                <a:cubicBezTo>
                  <a:pt x="83344" y="75282"/>
                  <a:pt x="67345" y="91281"/>
                  <a:pt x="47625" y="91281"/>
                </a:cubicBezTo>
                <a:cubicBezTo>
                  <a:pt x="27905" y="91281"/>
                  <a:pt x="11906" y="75282"/>
                  <a:pt x="11906" y="55563"/>
                </a:cubicBezTo>
                <a:lnTo>
                  <a:pt x="11906" y="45641"/>
                </a:ln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9422B422-49D7-09D1-BA26-79C78DE1DFC9}"/>
              </a:ext>
            </a:extLst>
          </p:cNvPr>
          <p:cNvSpPr/>
          <p:nvPr/>
        </p:nvSpPr>
        <p:spPr>
          <a:xfrm>
            <a:off x="6590218" y="5595759"/>
            <a:ext cx="825500" cy="17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Messages</a:t>
            </a:r>
            <a:endParaRPr lang="en-US" sz="1600" dirty="0"/>
          </a:p>
        </p:txBody>
      </p:sp>
      <p:sp>
        <p:nvSpPr>
          <p:cNvPr id="39" name="Shape 42">
            <a:extLst>
              <a:ext uri="{FF2B5EF4-FFF2-40B4-BE49-F238E27FC236}">
                <a16:creationId xmlns:a16="http://schemas.microsoft.com/office/drawing/2014/main" id="{A9EBEB0F-4F20-CFB8-DB3F-0682AFCBBB5A}"/>
              </a:ext>
            </a:extLst>
          </p:cNvPr>
          <p:cNvSpPr/>
          <p:nvPr/>
        </p:nvSpPr>
        <p:spPr>
          <a:xfrm>
            <a:off x="9042906" y="5532259"/>
            <a:ext cx="2674938" cy="319734"/>
          </a:xfrm>
          <a:custGeom>
            <a:avLst/>
            <a:gdLst/>
            <a:ahLst/>
            <a:cxnLst/>
            <a:rect l="l" t="t" r="r" b="b"/>
            <a:pathLst>
              <a:path w="2674938" h="285750">
                <a:moveTo>
                  <a:pt x="31750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50"/>
                </a:cubicBezTo>
                <a:lnTo>
                  <a:pt x="2674938" y="254000"/>
                </a:lnTo>
                <a:cubicBezTo>
                  <a:pt x="2674938" y="271535"/>
                  <a:pt x="2660723" y="285750"/>
                  <a:pt x="2643188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43">
            <a:extLst>
              <a:ext uri="{FF2B5EF4-FFF2-40B4-BE49-F238E27FC236}">
                <a16:creationId xmlns:a16="http://schemas.microsoft.com/office/drawing/2014/main" id="{29D0D41D-A306-DAA4-9E93-76E95C678168}"/>
              </a:ext>
            </a:extLst>
          </p:cNvPr>
          <p:cNvSpPr/>
          <p:nvPr/>
        </p:nvSpPr>
        <p:spPr>
          <a:xfrm>
            <a:off x="9138156" y="5611634"/>
            <a:ext cx="95250" cy="142104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42292"/>
                </a:lnTo>
                <a:cubicBezTo>
                  <a:pt x="95250" y="38075"/>
                  <a:pt x="93588" y="34032"/>
                  <a:pt x="90612" y="31055"/>
                </a:cubicBezTo>
                <a:lnTo>
                  <a:pt x="64170" y="4638"/>
                </a:lnTo>
                <a:cubicBezTo>
                  <a:pt x="61193" y="1662"/>
                  <a:pt x="57175" y="0"/>
                  <a:pt x="52958" y="0"/>
                </a:cubicBezTo>
                <a:lnTo>
                  <a:pt x="15875" y="0"/>
                </a:lnTo>
                <a:close/>
                <a:moveTo>
                  <a:pt x="80739" y="43656"/>
                </a:moveTo>
                <a:lnTo>
                  <a:pt x="57547" y="43656"/>
                </a:lnTo>
                <a:cubicBezTo>
                  <a:pt x="54248" y="43656"/>
                  <a:pt x="51594" y="41002"/>
                  <a:pt x="51594" y="37703"/>
                </a:cubicBezTo>
                <a:lnTo>
                  <a:pt x="51594" y="14511"/>
                </a:lnTo>
                <a:lnTo>
                  <a:pt x="80739" y="43656"/>
                </a:ln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A757625A-AF00-6F22-1FE1-89747143B44F}"/>
              </a:ext>
            </a:extLst>
          </p:cNvPr>
          <p:cNvSpPr/>
          <p:nvPr/>
        </p:nvSpPr>
        <p:spPr>
          <a:xfrm>
            <a:off x="9328656" y="5595759"/>
            <a:ext cx="698500" cy="17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File Type</a:t>
            </a:r>
            <a:endParaRPr lang="en-US" sz="1600" dirty="0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8C7A185C-9255-CC16-CD15-E6B025F62635}"/>
              </a:ext>
            </a:extLst>
          </p:cNvPr>
          <p:cNvSpPr/>
          <p:nvPr/>
        </p:nvSpPr>
        <p:spPr>
          <a:xfrm>
            <a:off x="6161593" y="1067504"/>
            <a:ext cx="5683250" cy="3143250"/>
          </a:xfrm>
          <a:custGeom>
            <a:avLst/>
            <a:gdLst/>
            <a:ahLst/>
            <a:cxnLst/>
            <a:rect l="l" t="t" r="r" b="b"/>
            <a:pathLst>
              <a:path w="5683250" h="3143250">
                <a:moveTo>
                  <a:pt x="0" y="0"/>
                </a:moveTo>
                <a:lnTo>
                  <a:pt x="5683250" y="0"/>
                </a:lnTo>
                <a:lnTo>
                  <a:pt x="5683250" y="3143250"/>
                </a:lnTo>
                <a:lnTo>
                  <a:pt x="0" y="31432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339A1E0E-6CD0-9D42-9B4D-F9FB11800D83}"/>
              </a:ext>
            </a:extLst>
          </p:cNvPr>
          <p:cNvSpPr/>
          <p:nvPr/>
        </p:nvSpPr>
        <p:spPr>
          <a:xfrm>
            <a:off x="6161593" y="1067504"/>
            <a:ext cx="31750" cy="3143250"/>
          </a:xfrm>
          <a:custGeom>
            <a:avLst/>
            <a:gdLst/>
            <a:ahLst/>
            <a:cxnLst/>
            <a:rect l="l" t="t" r="r" b="b"/>
            <a:pathLst>
              <a:path w="31750" h="3143250">
                <a:moveTo>
                  <a:pt x="0" y="0"/>
                </a:moveTo>
                <a:lnTo>
                  <a:pt x="31750" y="0"/>
                </a:lnTo>
                <a:lnTo>
                  <a:pt x="31750" y="3143250"/>
                </a:lnTo>
                <a:lnTo>
                  <a:pt x="0" y="31432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161D752A-67D3-FA25-F2D0-F081C42D932C}"/>
              </a:ext>
            </a:extLst>
          </p:cNvPr>
          <p:cNvSpPr/>
          <p:nvPr/>
        </p:nvSpPr>
        <p:spPr>
          <a:xfrm>
            <a:off x="6314390" y="122625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C8A2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D801A8AB-2D50-7E5D-2930-A62307C3567F}"/>
              </a:ext>
            </a:extLst>
          </p:cNvPr>
          <p:cNvSpPr/>
          <p:nvPr/>
        </p:nvSpPr>
        <p:spPr>
          <a:xfrm>
            <a:off x="6502906" y="1194504"/>
            <a:ext cx="529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Bucket Configuration</a:t>
            </a:r>
            <a:endParaRPr lang="en-US" sz="160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79D45F0C-FE2E-4E29-1910-2947F9B0FCE4}"/>
              </a:ext>
            </a:extLst>
          </p:cNvPr>
          <p:cNvSpPr/>
          <p:nvPr/>
        </p:nvSpPr>
        <p:spPr>
          <a:xfrm>
            <a:off x="6304468" y="1512004"/>
            <a:ext cx="5413375" cy="571500"/>
          </a:xfrm>
          <a:custGeom>
            <a:avLst/>
            <a:gdLst/>
            <a:ahLst/>
            <a:cxnLst/>
            <a:rect l="l" t="t" r="r" b="b"/>
            <a:pathLst>
              <a:path w="5413375" h="571500">
                <a:moveTo>
                  <a:pt x="31753" y="0"/>
                </a:moveTo>
                <a:lnTo>
                  <a:pt x="5381622" y="0"/>
                </a:lnTo>
                <a:cubicBezTo>
                  <a:pt x="5399159" y="0"/>
                  <a:pt x="5413375" y="14216"/>
                  <a:pt x="5413375" y="31753"/>
                </a:cubicBezTo>
                <a:lnTo>
                  <a:pt x="5413375" y="539747"/>
                </a:lnTo>
                <a:cubicBezTo>
                  <a:pt x="5413375" y="557284"/>
                  <a:pt x="5399159" y="571500"/>
                  <a:pt x="53816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53AFE9-0CC8-DADA-13A6-223893527C6D}"/>
              </a:ext>
            </a:extLst>
          </p:cNvPr>
          <p:cNvSpPr/>
          <p:nvPr/>
        </p:nvSpPr>
        <p:spPr>
          <a:xfrm>
            <a:off x="6399718" y="1607254"/>
            <a:ext cx="65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61D39DEE-69F7-FF45-92DC-95E4FEBBA6AE}"/>
              </a:ext>
            </a:extLst>
          </p:cNvPr>
          <p:cNvSpPr/>
          <p:nvPr/>
        </p:nvSpPr>
        <p:spPr>
          <a:xfrm>
            <a:off x="10748873" y="1623129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SSE-S3 (AES-256)</a:t>
            </a:r>
            <a:endParaRPr lang="en-US" sz="160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4D4ABB35-43AF-147A-3C10-32087FC7BEF7}"/>
              </a:ext>
            </a:extLst>
          </p:cNvPr>
          <p:cNvSpPr/>
          <p:nvPr/>
        </p:nvSpPr>
        <p:spPr>
          <a:xfrm>
            <a:off x="6399718" y="1829504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Server-side encryption at rest</a:t>
            </a:r>
            <a:endParaRPr lang="en-US" sz="160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EFDDDABF-9D14-1605-F668-E0F0D38FF542}"/>
              </a:ext>
            </a:extLst>
          </p:cNvPr>
          <p:cNvSpPr/>
          <p:nvPr/>
        </p:nvSpPr>
        <p:spPr>
          <a:xfrm>
            <a:off x="6304468" y="2178754"/>
            <a:ext cx="5413375" cy="571500"/>
          </a:xfrm>
          <a:custGeom>
            <a:avLst/>
            <a:gdLst/>
            <a:ahLst/>
            <a:cxnLst/>
            <a:rect l="l" t="t" r="r" b="b"/>
            <a:pathLst>
              <a:path w="5413375" h="571500">
                <a:moveTo>
                  <a:pt x="31753" y="0"/>
                </a:moveTo>
                <a:lnTo>
                  <a:pt x="5381622" y="0"/>
                </a:lnTo>
                <a:cubicBezTo>
                  <a:pt x="5399159" y="0"/>
                  <a:pt x="5413375" y="14216"/>
                  <a:pt x="5413375" y="31753"/>
                </a:cubicBezTo>
                <a:lnTo>
                  <a:pt x="5413375" y="539747"/>
                </a:lnTo>
                <a:cubicBezTo>
                  <a:pt x="5413375" y="557284"/>
                  <a:pt x="5399159" y="571500"/>
                  <a:pt x="53816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A163355B-AE19-D03E-A1D7-59A75577C160}"/>
              </a:ext>
            </a:extLst>
          </p:cNvPr>
          <p:cNvSpPr/>
          <p:nvPr/>
        </p:nvSpPr>
        <p:spPr>
          <a:xfrm>
            <a:off x="6399718" y="2274004"/>
            <a:ext cx="64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Versioning</a:t>
            </a:r>
            <a:endParaRPr lang="en-US" sz="16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AFAF495B-9FB0-41A5-86A2-417584E8C81A}"/>
              </a:ext>
            </a:extLst>
          </p:cNvPr>
          <p:cNvSpPr/>
          <p:nvPr/>
        </p:nvSpPr>
        <p:spPr>
          <a:xfrm>
            <a:off x="11236930" y="2289879"/>
            <a:ext cx="44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Enabled</a:t>
            </a:r>
            <a:endParaRPr lang="en-US" sz="16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AD0B15F3-B6FA-BD9D-0FAE-EF16A17C450F}"/>
              </a:ext>
            </a:extLst>
          </p:cNvPr>
          <p:cNvSpPr/>
          <p:nvPr/>
        </p:nvSpPr>
        <p:spPr>
          <a:xfrm>
            <a:off x="6399718" y="2496254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Protects against accidental deletion</a:t>
            </a:r>
            <a:endParaRPr lang="en-US" sz="16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38317A4C-C0D4-79A6-EFE3-7EF9CC90E0EC}"/>
              </a:ext>
            </a:extLst>
          </p:cNvPr>
          <p:cNvSpPr/>
          <p:nvPr/>
        </p:nvSpPr>
        <p:spPr>
          <a:xfrm>
            <a:off x="6304468" y="2845504"/>
            <a:ext cx="5413375" cy="571500"/>
          </a:xfrm>
          <a:custGeom>
            <a:avLst/>
            <a:gdLst/>
            <a:ahLst/>
            <a:cxnLst/>
            <a:rect l="l" t="t" r="r" b="b"/>
            <a:pathLst>
              <a:path w="5413375" h="571500">
                <a:moveTo>
                  <a:pt x="31753" y="0"/>
                </a:moveTo>
                <a:lnTo>
                  <a:pt x="5381622" y="0"/>
                </a:lnTo>
                <a:cubicBezTo>
                  <a:pt x="5399159" y="0"/>
                  <a:pt x="5413375" y="14216"/>
                  <a:pt x="5413375" y="31753"/>
                </a:cubicBezTo>
                <a:lnTo>
                  <a:pt x="5413375" y="539747"/>
                </a:lnTo>
                <a:cubicBezTo>
                  <a:pt x="5413375" y="557284"/>
                  <a:pt x="5399159" y="571500"/>
                  <a:pt x="53816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005F6820-BA4C-C385-36F3-A9D29BAE9FC4}"/>
              </a:ext>
            </a:extLst>
          </p:cNvPr>
          <p:cNvSpPr/>
          <p:nvPr/>
        </p:nvSpPr>
        <p:spPr>
          <a:xfrm>
            <a:off x="6399718" y="2940754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Access</a:t>
            </a:r>
            <a:endParaRPr lang="en-US" sz="16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59BFF1C1-2060-D236-1620-384BA4656E3F}"/>
              </a:ext>
            </a:extLst>
          </p:cNvPr>
          <p:cNvSpPr/>
          <p:nvPr/>
        </p:nvSpPr>
        <p:spPr>
          <a:xfrm>
            <a:off x="11090582" y="2956629"/>
            <a:ext cx="58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Blocked All</a:t>
            </a:r>
            <a:endParaRPr lang="en-US" sz="16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61D3CC45-86EE-3EBA-B5F2-1FFC22793C5A}"/>
              </a:ext>
            </a:extLst>
          </p:cNvPr>
          <p:cNvSpPr/>
          <p:nvPr/>
        </p:nvSpPr>
        <p:spPr>
          <a:xfrm>
            <a:off x="6399718" y="3163004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bucket with IAM-only access</a:t>
            </a:r>
            <a:endParaRPr lang="en-US" sz="1600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F1F40EA5-A54D-561A-9148-89C0040DAAD5}"/>
              </a:ext>
            </a:extLst>
          </p:cNvPr>
          <p:cNvSpPr/>
          <p:nvPr/>
        </p:nvSpPr>
        <p:spPr>
          <a:xfrm>
            <a:off x="6304468" y="3512254"/>
            <a:ext cx="5413375" cy="571500"/>
          </a:xfrm>
          <a:custGeom>
            <a:avLst/>
            <a:gdLst/>
            <a:ahLst/>
            <a:cxnLst/>
            <a:rect l="l" t="t" r="r" b="b"/>
            <a:pathLst>
              <a:path w="5413375" h="571500">
                <a:moveTo>
                  <a:pt x="31753" y="0"/>
                </a:moveTo>
                <a:lnTo>
                  <a:pt x="5381622" y="0"/>
                </a:lnTo>
                <a:cubicBezTo>
                  <a:pt x="5399159" y="0"/>
                  <a:pt x="5413375" y="14216"/>
                  <a:pt x="5413375" y="31753"/>
                </a:cubicBezTo>
                <a:lnTo>
                  <a:pt x="5413375" y="539747"/>
                </a:lnTo>
                <a:cubicBezTo>
                  <a:pt x="5413375" y="557284"/>
                  <a:pt x="5399159" y="571500"/>
                  <a:pt x="53816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D31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098F2F32-20F0-8718-4008-9FAF99D52F8E}"/>
              </a:ext>
            </a:extLst>
          </p:cNvPr>
          <p:cNvSpPr/>
          <p:nvPr/>
        </p:nvSpPr>
        <p:spPr>
          <a:xfrm>
            <a:off x="6399718" y="3607504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Lifecycle Policy</a:t>
            </a:r>
            <a:endParaRPr lang="en-US" sz="1600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D5784328-DF5D-8A08-8B0B-CEF36C2B8010}"/>
              </a:ext>
            </a:extLst>
          </p:cNvPr>
          <p:cNvSpPr/>
          <p:nvPr/>
        </p:nvSpPr>
        <p:spPr>
          <a:xfrm>
            <a:off x="10736073" y="3623379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days → Glacier</a:t>
            </a:r>
            <a:endParaRPr lang="en-US" sz="16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1D633E94-48AC-2FEB-440E-20E4CB3ABC5E}"/>
              </a:ext>
            </a:extLst>
          </p:cNvPr>
          <p:cNvSpPr/>
          <p:nvPr/>
        </p:nvSpPr>
        <p:spPr>
          <a:xfrm>
            <a:off x="6399718" y="3829754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optimization for old files</a:t>
            </a:r>
            <a:endParaRPr lang="en-US" sz="16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A672DF-3A5A-C5C1-53F9-273CCE7E1CB2}"/>
              </a:ext>
            </a:extLst>
          </p:cNvPr>
          <p:cNvSpPr txBox="1"/>
          <p:nvPr/>
        </p:nvSpPr>
        <p:spPr>
          <a:xfrm>
            <a:off x="591234" y="2873815"/>
            <a:ext cx="4504775" cy="1009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 err="1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user_id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9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123456789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"timestamp"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"2025-01-26T10:30:45.123Z"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 err="1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message_type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"conversation"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"data"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{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"role"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"user"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"content"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"Tell me about AWS Lambda"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 err="1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message_id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9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456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}, 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 err="1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</a:t>
            </a:r>
            <a:r>
              <a:rPr lang="en-US" sz="109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1090" dirty="0">
                <a:solidFill>
                  <a:srgbClr val="C8A2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1737880245</a:t>
            </a:r>
            <a:r>
              <a:rPr lang="en-US" sz="10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}</a:t>
            </a:r>
            <a:endParaRPr lang="en-US" sz="1090" dirty="0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46FD86EC-6171-D0F5-F003-5C1D8934085D}"/>
              </a:ext>
            </a:extLst>
          </p:cNvPr>
          <p:cNvSpPr/>
          <p:nvPr/>
        </p:nvSpPr>
        <p:spPr>
          <a:xfrm>
            <a:off x="640181" y="2540799"/>
            <a:ext cx="5245091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Sample Data Structure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80"/>
          <p:cNvSpPr/>
          <p:nvPr/>
        </p:nvSpPr>
        <p:spPr>
          <a:xfrm>
            <a:off x="8174797" y="6044901"/>
            <a:ext cx="1358817" cy="647394"/>
          </a:xfrm>
          <a:custGeom>
            <a:avLst/>
            <a:gdLst/>
            <a:ahLst/>
            <a:cxnLst/>
            <a:rect l="l" t="t" r="r" b="b"/>
            <a:pathLst>
              <a:path w="1358817" h="647394">
                <a:moveTo>
                  <a:pt x="71142" y="0"/>
                </a:moveTo>
                <a:lnTo>
                  <a:pt x="1287674" y="0"/>
                </a:lnTo>
                <a:cubicBezTo>
                  <a:pt x="1326965" y="0"/>
                  <a:pt x="1358817" y="31851"/>
                  <a:pt x="1358817" y="71142"/>
                </a:cubicBezTo>
                <a:lnTo>
                  <a:pt x="1358817" y="576252"/>
                </a:lnTo>
                <a:cubicBezTo>
                  <a:pt x="1358817" y="615543"/>
                  <a:pt x="1326965" y="647394"/>
                  <a:pt x="1287674" y="647394"/>
                </a:cubicBezTo>
                <a:lnTo>
                  <a:pt x="71142" y="647394"/>
                </a:lnTo>
                <a:cubicBezTo>
                  <a:pt x="31851" y="647394"/>
                  <a:pt x="0" y="615543"/>
                  <a:pt x="0" y="576252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Shape 2"/>
          <p:cNvSpPr/>
          <p:nvPr/>
        </p:nvSpPr>
        <p:spPr>
          <a:xfrm>
            <a:off x="359268" y="1106262"/>
            <a:ext cx="4960392" cy="4773644"/>
          </a:xfrm>
          <a:custGeom>
            <a:avLst/>
            <a:gdLst/>
            <a:ahLst/>
            <a:cxnLst/>
            <a:rect l="l" t="t" r="r" b="b"/>
            <a:pathLst>
              <a:path w="4960392" h="4773644">
                <a:moveTo>
                  <a:pt x="106691" y="0"/>
                </a:moveTo>
                <a:lnTo>
                  <a:pt x="4853701" y="0"/>
                </a:lnTo>
                <a:cubicBezTo>
                  <a:pt x="4912625" y="0"/>
                  <a:pt x="4960392" y="47767"/>
                  <a:pt x="4960392" y="106691"/>
                </a:cubicBezTo>
                <a:lnTo>
                  <a:pt x="4960392" y="4666953"/>
                </a:lnTo>
                <a:cubicBezTo>
                  <a:pt x="4960392" y="4725877"/>
                  <a:pt x="4912625" y="4773644"/>
                  <a:pt x="4853701" y="4773644"/>
                </a:cubicBezTo>
                <a:lnTo>
                  <a:pt x="106691" y="4773644"/>
                </a:lnTo>
                <a:cubicBezTo>
                  <a:pt x="47767" y="4773644"/>
                  <a:pt x="0" y="4725877"/>
                  <a:pt x="0" y="4666953"/>
                </a:cubicBezTo>
                <a:lnTo>
                  <a:pt x="0" y="106691"/>
                </a:lnTo>
                <a:cubicBezTo>
                  <a:pt x="0" y="47807"/>
                  <a:pt x="47807" y="0"/>
                  <a:pt x="106691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0"/>
          <p:cNvSpPr/>
          <p:nvPr/>
        </p:nvSpPr>
        <p:spPr>
          <a:xfrm>
            <a:off x="355711" y="355711"/>
            <a:ext cx="11551720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8A265"/>
                </a:solidFill>
                <a:latin typeface="Quattrocento Sans" panose="020B0502050000020003" pitchFamily="34" charset="0"/>
              </a:rPr>
              <a:t>AI INTELLIGENCE LAYER &amp; USER INTERFACE</a:t>
            </a:r>
          </a:p>
        </p:txBody>
      </p:sp>
      <p:sp>
        <p:nvSpPr>
          <p:cNvPr id="5" name="Text 1"/>
          <p:cNvSpPr/>
          <p:nvPr/>
        </p:nvSpPr>
        <p:spPr>
          <a:xfrm>
            <a:off x="355711" y="604709"/>
            <a:ext cx="11640648" cy="355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anose="02000503030000020004" charset="0"/>
              </a:rPr>
              <a:t>Groq AI Integration &amp; Bot Features</a:t>
            </a:r>
          </a:p>
        </p:txBody>
      </p:sp>
      <p:sp>
        <p:nvSpPr>
          <p:cNvPr id="7" name="Shape 3"/>
          <p:cNvSpPr/>
          <p:nvPr/>
        </p:nvSpPr>
        <p:spPr>
          <a:xfrm>
            <a:off x="527342" y="1287677"/>
            <a:ext cx="177856" cy="177856"/>
          </a:xfrm>
          <a:custGeom>
            <a:avLst/>
            <a:gdLst/>
            <a:ahLst/>
            <a:cxnLst/>
            <a:rect l="l" t="t" r="r" b="b"/>
            <a:pathLst>
              <a:path w="177856" h="177856">
                <a:moveTo>
                  <a:pt x="41685" y="19453"/>
                </a:moveTo>
                <a:cubicBezTo>
                  <a:pt x="41685" y="8719"/>
                  <a:pt x="50404" y="0"/>
                  <a:pt x="61138" y="0"/>
                </a:cubicBezTo>
                <a:lnTo>
                  <a:pt x="69475" y="0"/>
                </a:lnTo>
                <a:cubicBezTo>
                  <a:pt x="75623" y="0"/>
                  <a:pt x="80591" y="4967"/>
                  <a:pt x="80591" y="11116"/>
                </a:cubicBezTo>
                <a:lnTo>
                  <a:pt x="80591" y="166740"/>
                </a:lnTo>
                <a:cubicBezTo>
                  <a:pt x="80591" y="172888"/>
                  <a:pt x="75623" y="177856"/>
                  <a:pt x="69475" y="177856"/>
                </a:cubicBezTo>
                <a:lnTo>
                  <a:pt x="58359" y="177856"/>
                </a:lnTo>
                <a:cubicBezTo>
                  <a:pt x="48007" y="177856"/>
                  <a:pt x="39288" y="170769"/>
                  <a:pt x="36822" y="161182"/>
                </a:cubicBezTo>
                <a:cubicBezTo>
                  <a:pt x="36579" y="161182"/>
                  <a:pt x="36370" y="161182"/>
                  <a:pt x="36127" y="161182"/>
                </a:cubicBezTo>
                <a:cubicBezTo>
                  <a:pt x="20773" y="161182"/>
                  <a:pt x="8337" y="148746"/>
                  <a:pt x="8337" y="133392"/>
                </a:cubicBezTo>
                <a:cubicBezTo>
                  <a:pt x="8337" y="127139"/>
                  <a:pt x="10421" y="121373"/>
                  <a:pt x="13895" y="116718"/>
                </a:cubicBezTo>
                <a:cubicBezTo>
                  <a:pt x="7156" y="111646"/>
                  <a:pt x="2779" y="103587"/>
                  <a:pt x="2779" y="94486"/>
                </a:cubicBezTo>
                <a:cubicBezTo>
                  <a:pt x="2779" y="83752"/>
                  <a:pt x="8893" y="74408"/>
                  <a:pt x="17786" y="69787"/>
                </a:cubicBezTo>
                <a:cubicBezTo>
                  <a:pt x="15319" y="65619"/>
                  <a:pt x="13895" y="60756"/>
                  <a:pt x="13895" y="55580"/>
                </a:cubicBezTo>
                <a:cubicBezTo>
                  <a:pt x="13895" y="40226"/>
                  <a:pt x="26331" y="27790"/>
                  <a:pt x="41685" y="27790"/>
                </a:cubicBezTo>
                <a:lnTo>
                  <a:pt x="41685" y="19453"/>
                </a:lnTo>
                <a:close/>
                <a:moveTo>
                  <a:pt x="136171" y="19453"/>
                </a:moveTo>
                <a:lnTo>
                  <a:pt x="136171" y="27790"/>
                </a:lnTo>
                <a:cubicBezTo>
                  <a:pt x="151525" y="27790"/>
                  <a:pt x="163961" y="40226"/>
                  <a:pt x="163961" y="55580"/>
                </a:cubicBezTo>
                <a:cubicBezTo>
                  <a:pt x="163961" y="60790"/>
                  <a:pt x="162536" y="65654"/>
                  <a:pt x="160070" y="69787"/>
                </a:cubicBezTo>
                <a:cubicBezTo>
                  <a:pt x="168998" y="74408"/>
                  <a:pt x="175077" y="83717"/>
                  <a:pt x="175077" y="94486"/>
                </a:cubicBezTo>
                <a:cubicBezTo>
                  <a:pt x="175077" y="103587"/>
                  <a:pt x="170700" y="111646"/>
                  <a:pt x="163961" y="116718"/>
                </a:cubicBezTo>
                <a:cubicBezTo>
                  <a:pt x="167434" y="121373"/>
                  <a:pt x="169519" y="127139"/>
                  <a:pt x="169519" y="133392"/>
                </a:cubicBezTo>
                <a:cubicBezTo>
                  <a:pt x="169519" y="148746"/>
                  <a:pt x="157083" y="161182"/>
                  <a:pt x="141729" y="161182"/>
                </a:cubicBezTo>
                <a:cubicBezTo>
                  <a:pt x="141486" y="161182"/>
                  <a:pt x="141277" y="161182"/>
                  <a:pt x="141034" y="161182"/>
                </a:cubicBezTo>
                <a:cubicBezTo>
                  <a:pt x="138568" y="170769"/>
                  <a:pt x="129848" y="177856"/>
                  <a:pt x="119497" y="177856"/>
                </a:cubicBezTo>
                <a:lnTo>
                  <a:pt x="108381" y="177856"/>
                </a:lnTo>
                <a:cubicBezTo>
                  <a:pt x="102232" y="177856"/>
                  <a:pt x="97265" y="172888"/>
                  <a:pt x="97265" y="166740"/>
                </a:cubicBezTo>
                <a:lnTo>
                  <a:pt x="97265" y="11116"/>
                </a:lnTo>
                <a:cubicBezTo>
                  <a:pt x="97265" y="4967"/>
                  <a:pt x="102232" y="0"/>
                  <a:pt x="108381" y="0"/>
                </a:cubicBezTo>
                <a:lnTo>
                  <a:pt x="116718" y="0"/>
                </a:lnTo>
                <a:cubicBezTo>
                  <a:pt x="127452" y="0"/>
                  <a:pt x="136171" y="8719"/>
                  <a:pt x="136171" y="1945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727429" y="1252106"/>
            <a:ext cx="4535317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Why Groq AI?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505110" y="1607817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71142" y="0"/>
                </a:moveTo>
                <a:lnTo>
                  <a:pt x="213427" y="0"/>
                </a:lnTo>
                <a:cubicBezTo>
                  <a:pt x="252717" y="0"/>
                  <a:pt x="284569" y="31851"/>
                  <a:pt x="284569" y="71142"/>
                </a:cubicBezTo>
                <a:lnTo>
                  <a:pt x="284569" y="213427"/>
                </a:lnTo>
                <a:cubicBezTo>
                  <a:pt x="284569" y="252717"/>
                  <a:pt x="252717" y="284569"/>
                  <a:pt x="213427" y="284569"/>
                </a:cubicBezTo>
                <a:lnTo>
                  <a:pt x="71142" y="284569"/>
                </a:lnTo>
                <a:cubicBezTo>
                  <a:pt x="31851" y="284569"/>
                  <a:pt x="0" y="252717"/>
                  <a:pt x="0" y="213427"/>
                </a:cubicBezTo>
                <a:lnTo>
                  <a:pt x="0" y="71142"/>
                </a:lnTo>
                <a:cubicBezTo>
                  <a:pt x="0" y="31851"/>
                  <a:pt x="31851" y="0"/>
                  <a:pt x="7114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576252" y="1678959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35571" y="88928"/>
                </a:moveTo>
                <a:lnTo>
                  <a:pt x="6809" y="88928"/>
                </a:lnTo>
                <a:cubicBezTo>
                  <a:pt x="-111" y="88928"/>
                  <a:pt x="-4363" y="81397"/>
                  <a:pt x="-806" y="75450"/>
                </a:cubicBezTo>
                <a:lnTo>
                  <a:pt x="13895" y="50939"/>
                </a:lnTo>
                <a:cubicBezTo>
                  <a:pt x="16313" y="46909"/>
                  <a:pt x="20648" y="44464"/>
                  <a:pt x="25344" y="44464"/>
                </a:cubicBezTo>
                <a:lnTo>
                  <a:pt x="51745" y="44464"/>
                </a:lnTo>
                <a:cubicBezTo>
                  <a:pt x="72893" y="8643"/>
                  <a:pt x="104435" y="6836"/>
                  <a:pt x="125527" y="9921"/>
                </a:cubicBezTo>
                <a:cubicBezTo>
                  <a:pt x="129084" y="10449"/>
                  <a:pt x="131863" y="13228"/>
                  <a:pt x="132363" y="16757"/>
                </a:cubicBezTo>
                <a:cubicBezTo>
                  <a:pt x="135448" y="37850"/>
                  <a:pt x="133642" y="69391"/>
                  <a:pt x="97821" y="90540"/>
                </a:cubicBezTo>
                <a:lnTo>
                  <a:pt x="97821" y="116940"/>
                </a:lnTo>
                <a:cubicBezTo>
                  <a:pt x="97821" y="121637"/>
                  <a:pt x="95375" y="125972"/>
                  <a:pt x="91346" y="128389"/>
                </a:cubicBezTo>
                <a:lnTo>
                  <a:pt x="66835" y="143090"/>
                </a:lnTo>
                <a:cubicBezTo>
                  <a:pt x="60916" y="146647"/>
                  <a:pt x="53357" y="142368"/>
                  <a:pt x="53357" y="135476"/>
                </a:cubicBezTo>
                <a:lnTo>
                  <a:pt x="53357" y="106713"/>
                </a:lnTo>
                <a:cubicBezTo>
                  <a:pt x="53357" y="96904"/>
                  <a:pt x="45381" y="88928"/>
                  <a:pt x="35571" y="88928"/>
                </a:cubicBezTo>
                <a:lnTo>
                  <a:pt x="35543" y="88928"/>
                </a:lnTo>
                <a:close/>
                <a:moveTo>
                  <a:pt x="111160" y="44464"/>
                </a:moveTo>
                <a:cubicBezTo>
                  <a:pt x="111160" y="37102"/>
                  <a:pt x="105183" y="31125"/>
                  <a:pt x="97821" y="31125"/>
                </a:cubicBezTo>
                <a:cubicBezTo>
                  <a:pt x="90458" y="31125"/>
                  <a:pt x="84481" y="37102"/>
                  <a:pt x="84481" y="44464"/>
                </a:cubicBezTo>
                <a:cubicBezTo>
                  <a:pt x="84481" y="51826"/>
                  <a:pt x="90458" y="57803"/>
                  <a:pt x="97821" y="57803"/>
                </a:cubicBezTo>
                <a:cubicBezTo>
                  <a:pt x="105183" y="57803"/>
                  <a:pt x="111160" y="51826"/>
                  <a:pt x="111160" y="44464"/>
                </a:cubicBezTo>
                <a:close/>
              </a:path>
            </a:pathLst>
          </a:custGeom>
          <a:solidFill>
            <a:srgbClr val="1A1D21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896392" y="1607817"/>
            <a:ext cx="1903055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18x Faster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96392" y="1821244"/>
            <a:ext cx="1903055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Then GPU-based alternatives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5110" y="2105813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71142" y="0"/>
                </a:moveTo>
                <a:lnTo>
                  <a:pt x="213427" y="0"/>
                </a:lnTo>
                <a:cubicBezTo>
                  <a:pt x="252717" y="0"/>
                  <a:pt x="284569" y="31851"/>
                  <a:pt x="284569" y="71142"/>
                </a:cubicBezTo>
                <a:lnTo>
                  <a:pt x="284569" y="213427"/>
                </a:lnTo>
                <a:cubicBezTo>
                  <a:pt x="284569" y="252717"/>
                  <a:pt x="252717" y="284569"/>
                  <a:pt x="213427" y="284569"/>
                </a:cubicBezTo>
                <a:lnTo>
                  <a:pt x="71142" y="284569"/>
                </a:lnTo>
                <a:cubicBezTo>
                  <a:pt x="31851" y="284569"/>
                  <a:pt x="0" y="252717"/>
                  <a:pt x="0" y="213427"/>
                </a:cubicBezTo>
                <a:lnTo>
                  <a:pt x="0" y="71142"/>
                </a:lnTo>
                <a:cubicBezTo>
                  <a:pt x="0" y="31851"/>
                  <a:pt x="31851" y="0"/>
                  <a:pt x="7114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76252" y="2176955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0" y="71142"/>
                </a:moveTo>
                <a:cubicBezTo>
                  <a:pt x="0" y="31878"/>
                  <a:pt x="31878" y="0"/>
                  <a:pt x="71142" y="0"/>
                </a:cubicBezTo>
                <a:cubicBezTo>
                  <a:pt x="110407" y="0"/>
                  <a:pt x="142284" y="31878"/>
                  <a:pt x="142284" y="71142"/>
                </a:cubicBezTo>
                <a:cubicBezTo>
                  <a:pt x="142284" y="110407"/>
                  <a:pt x="110407" y="142284"/>
                  <a:pt x="71142" y="142284"/>
                </a:cubicBezTo>
                <a:cubicBezTo>
                  <a:pt x="31878" y="142284"/>
                  <a:pt x="0" y="110407"/>
                  <a:pt x="0" y="71142"/>
                </a:cubicBezTo>
                <a:close/>
                <a:moveTo>
                  <a:pt x="80035" y="26678"/>
                </a:moveTo>
                <a:cubicBezTo>
                  <a:pt x="80035" y="21770"/>
                  <a:pt x="76050" y="17786"/>
                  <a:pt x="71142" y="17786"/>
                </a:cubicBezTo>
                <a:cubicBezTo>
                  <a:pt x="66234" y="17786"/>
                  <a:pt x="62249" y="21770"/>
                  <a:pt x="62249" y="26678"/>
                </a:cubicBezTo>
                <a:cubicBezTo>
                  <a:pt x="62249" y="31586"/>
                  <a:pt x="66234" y="35571"/>
                  <a:pt x="71142" y="35571"/>
                </a:cubicBezTo>
                <a:cubicBezTo>
                  <a:pt x="76050" y="35571"/>
                  <a:pt x="80035" y="31586"/>
                  <a:pt x="80035" y="26678"/>
                </a:cubicBezTo>
                <a:close/>
                <a:moveTo>
                  <a:pt x="71142" y="115606"/>
                </a:moveTo>
                <a:cubicBezTo>
                  <a:pt x="80952" y="115606"/>
                  <a:pt x="88928" y="107630"/>
                  <a:pt x="88928" y="97821"/>
                </a:cubicBezTo>
                <a:cubicBezTo>
                  <a:pt x="88928" y="93319"/>
                  <a:pt x="87260" y="89178"/>
                  <a:pt x="84481" y="86065"/>
                </a:cubicBezTo>
                <a:lnTo>
                  <a:pt x="103795" y="47465"/>
                </a:lnTo>
                <a:cubicBezTo>
                  <a:pt x="105435" y="44158"/>
                  <a:pt x="104101" y="40156"/>
                  <a:pt x="100822" y="38517"/>
                </a:cubicBezTo>
                <a:cubicBezTo>
                  <a:pt x="97543" y="36877"/>
                  <a:pt x="93513" y="38211"/>
                  <a:pt x="91874" y="41490"/>
                </a:cubicBezTo>
                <a:lnTo>
                  <a:pt x="72560" y="80091"/>
                </a:lnTo>
                <a:cubicBezTo>
                  <a:pt x="72087" y="80063"/>
                  <a:pt x="71615" y="80035"/>
                  <a:pt x="71142" y="80035"/>
                </a:cubicBezTo>
                <a:cubicBezTo>
                  <a:pt x="61332" y="80035"/>
                  <a:pt x="53357" y="88011"/>
                  <a:pt x="53357" y="97821"/>
                </a:cubicBezTo>
                <a:cubicBezTo>
                  <a:pt x="53357" y="107630"/>
                  <a:pt x="61332" y="115606"/>
                  <a:pt x="71142" y="115606"/>
                </a:cubicBezTo>
                <a:close/>
                <a:moveTo>
                  <a:pt x="48910" y="40018"/>
                </a:moveTo>
                <a:cubicBezTo>
                  <a:pt x="48910" y="35109"/>
                  <a:pt x="44926" y="31125"/>
                  <a:pt x="40018" y="31125"/>
                </a:cubicBezTo>
                <a:cubicBezTo>
                  <a:pt x="35109" y="31125"/>
                  <a:pt x="31125" y="35109"/>
                  <a:pt x="31125" y="40018"/>
                </a:cubicBezTo>
                <a:cubicBezTo>
                  <a:pt x="31125" y="44926"/>
                  <a:pt x="35109" y="48910"/>
                  <a:pt x="40018" y="48910"/>
                </a:cubicBezTo>
                <a:cubicBezTo>
                  <a:pt x="44926" y="48910"/>
                  <a:pt x="48910" y="44926"/>
                  <a:pt x="48910" y="40018"/>
                </a:cubicBezTo>
                <a:close/>
                <a:moveTo>
                  <a:pt x="26678" y="80035"/>
                </a:moveTo>
                <a:cubicBezTo>
                  <a:pt x="31586" y="80035"/>
                  <a:pt x="35571" y="76050"/>
                  <a:pt x="35571" y="71142"/>
                </a:cubicBezTo>
                <a:cubicBezTo>
                  <a:pt x="35571" y="66234"/>
                  <a:pt x="31586" y="62249"/>
                  <a:pt x="26678" y="62249"/>
                </a:cubicBezTo>
                <a:cubicBezTo>
                  <a:pt x="21770" y="62249"/>
                  <a:pt x="17786" y="66234"/>
                  <a:pt x="17786" y="71142"/>
                </a:cubicBezTo>
                <a:cubicBezTo>
                  <a:pt x="17786" y="76050"/>
                  <a:pt x="21770" y="80035"/>
                  <a:pt x="26678" y="80035"/>
                </a:cubicBezTo>
                <a:close/>
                <a:moveTo>
                  <a:pt x="124499" y="71142"/>
                </a:moveTo>
                <a:cubicBezTo>
                  <a:pt x="124499" y="66234"/>
                  <a:pt x="120514" y="62249"/>
                  <a:pt x="115606" y="62249"/>
                </a:cubicBezTo>
                <a:cubicBezTo>
                  <a:pt x="110698" y="62249"/>
                  <a:pt x="106713" y="66234"/>
                  <a:pt x="106713" y="71142"/>
                </a:cubicBezTo>
                <a:cubicBezTo>
                  <a:pt x="106713" y="76050"/>
                  <a:pt x="110698" y="80035"/>
                  <a:pt x="115606" y="80035"/>
                </a:cubicBezTo>
                <a:cubicBezTo>
                  <a:pt x="120514" y="80035"/>
                  <a:pt x="124499" y="76050"/>
                  <a:pt x="124499" y="71142"/>
                </a:cubicBezTo>
                <a:close/>
              </a:path>
            </a:pathLst>
          </a:custGeom>
          <a:solidFill>
            <a:srgbClr val="1A1D21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96392" y="2105813"/>
            <a:ext cx="1173847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300+ TPS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96392" y="2319239"/>
            <a:ext cx="1173847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On Llama 3.3 70B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05110" y="2603808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71142" y="0"/>
                </a:moveTo>
                <a:lnTo>
                  <a:pt x="213427" y="0"/>
                </a:lnTo>
                <a:cubicBezTo>
                  <a:pt x="252717" y="0"/>
                  <a:pt x="284569" y="31851"/>
                  <a:pt x="284569" y="71142"/>
                </a:cubicBezTo>
                <a:lnTo>
                  <a:pt x="284569" y="213427"/>
                </a:lnTo>
                <a:cubicBezTo>
                  <a:pt x="284569" y="252717"/>
                  <a:pt x="252717" y="284569"/>
                  <a:pt x="213427" y="284569"/>
                </a:cubicBezTo>
                <a:lnTo>
                  <a:pt x="71142" y="284569"/>
                </a:lnTo>
                <a:cubicBezTo>
                  <a:pt x="31851" y="284569"/>
                  <a:pt x="0" y="252717"/>
                  <a:pt x="0" y="213427"/>
                </a:cubicBezTo>
                <a:lnTo>
                  <a:pt x="0" y="71142"/>
                </a:lnTo>
                <a:cubicBezTo>
                  <a:pt x="0" y="31851"/>
                  <a:pt x="31851" y="0"/>
                  <a:pt x="7114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02930" y="2674951"/>
            <a:ext cx="88928" cy="142284"/>
          </a:xfrm>
          <a:custGeom>
            <a:avLst/>
            <a:gdLst/>
            <a:ahLst/>
            <a:cxnLst/>
            <a:rect l="l" t="t" r="r" b="b"/>
            <a:pathLst>
              <a:path w="88928" h="142284">
                <a:moveTo>
                  <a:pt x="37794" y="6670"/>
                </a:moveTo>
                <a:cubicBezTo>
                  <a:pt x="37794" y="2974"/>
                  <a:pt x="40768" y="0"/>
                  <a:pt x="44464" y="0"/>
                </a:cubicBezTo>
                <a:cubicBezTo>
                  <a:pt x="48160" y="0"/>
                  <a:pt x="51133" y="2974"/>
                  <a:pt x="51133" y="6670"/>
                </a:cubicBezTo>
                <a:lnTo>
                  <a:pt x="51133" y="17786"/>
                </a:lnTo>
                <a:lnTo>
                  <a:pt x="66696" y="17786"/>
                </a:lnTo>
                <a:cubicBezTo>
                  <a:pt x="71615" y="17786"/>
                  <a:pt x="75589" y="21760"/>
                  <a:pt x="75589" y="26678"/>
                </a:cubicBezTo>
                <a:cubicBezTo>
                  <a:pt x="75589" y="31597"/>
                  <a:pt x="71615" y="35571"/>
                  <a:pt x="66696" y="35571"/>
                </a:cubicBezTo>
                <a:lnTo>
                  <a:pt x="34765" y="35571"/>
                </a:lnTo>
                <a:cubicBezTo>
                  <a:pt x="27846" y="35571"/>
                  <a:pt x="22232" y="41185"/>
                  <a:pt x="22232" y="48104"/>
                </a:cubicBezTo>
                <a:cubicBezTo>
                  <a:pt x="22232" y="54357"/>
                  <a:pt x="26817" y="59637"/>
                  <a:pt x="32987" y="60526"/>
                </a:cubicBezTo>
                <a:lnTo>
                  <a:pt x="58442" y="64167"/>
                </a:lnTo>
                <a:cubicBezTo>
                  <a:pt x="73393" y="66307"/>
                  <a:pt x="84481" y="79090"/>
                  <a:pt x="84481" y="94180"/>
                </a:cubicBezTo>
                <a:cubicBezTo>
                  <a:pt x="84481" y="110937"/>
                  <a:pt x="70892" y="124499"/>
                  <a:pt x="54163" y="124499"/>
                </a:cubicBezTo>
                <a:lnTo>
                  <a:pt x="51133" y="124499"/>
                </a:lnTo>
                <a:lnTo>
                  <a:pt x="51133" y="135615"/>
                </a:lnTo>
                <a:cubicBezTo>
                  <a:pt x="51133" y="139311"/>
                  <a:pt x="48160" y="142284"/>
                  <a:pt x="44464" y="142284"/>
                </a:cubicBezTo>
                <a:cubicBezTo>
                  <a:pt x="40768" y="142284"/>
                  <a:pt x="37794" y="139311"/>
                  <a:pt x="37794" y="135615"/>
                </a:cubicBezTo>
                <a:lnTo>
                  <a:pt x="37794" y="124499"/>
                </a:lnTo>
                <a:lnTo>
                  <a:pt x="17786" y="124499"/>
                </a:lnTo>
                <a:cubicBezTo>
                  <a:pt x="12867" y="124499"/>
                  <a:pt x="8893" y="120525"/>
                  <a:pt x="8893" y="115606"/>
                </a:cubicBezTo>
                <a:cubicBezTo>
                  <a:pt x="8893" y="110687"/>
                  <a:pt x="12867" y="106713"/>
                  <a:pt x="17786" y="106713"/>
                </a:cubicBezTo>
                <a:lnTo>
                  <a:pt x="54163" y="106713"/>
                </a:lnTo>
                <a:cubicBezTo>
                  <a:pt x="61082" y="106713"/>
                  <a:pt x="66696" y="101100"/>
                  <a:pt x="66696" y="94180"/>
                </a:cubicBezTo>
                <a:cubicBezTo>
                  <a:pt x="66696" y="87927"/>
                  <a:pt x="62111" y="82647"/>
                  <a:pt x="55941" y="81758"/>
                </a:cubicBezTo>
                <a:lnTo>
                  <a:pt x="30486" y="78118"/>
                </a:lnTo>
                <a:cubicBezTo>
                  <a:pt x="15535" y="76005"/>
                  <a:pt x="4446" y="63194"/>
                  <a:pt x="4446" y="48104"/>
                </a:cubicBezTo>
                <a:cubicBezTo>
                  <a:pt x="4446" y="31375"/>
                  <a:pt x="18036" y="17786"/>
                  <a:pt x="34765" y="17786"/>
                </a:cubicBezTo>
                <a:lnTo>
                  <a:pt x="37794" y="17786"/>
                </a:lnTo>
                <a:lnTo>
                  <a:pt x="37794" y="6670"/>
                </a:lnTo>
                <a:close/>
              </a:path>
            </a:pathLst>
          </a:custGeom>
          <a:solidFill>
            <a:srgbClr val="1A1D21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896392" y="2603808"/>
            <a:ext cx="2018661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Cost-Effective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96392" y="2817235"/>
            <a:ext cx="2018661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$0.59/m input, $0.79/m output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05110" y="3101804"/>
            <a:ext cx="284569" cy="284569"/>
          </a:xfrm>
          <a:custGeom>
            <a:avLst/>
            <a:gdLst/>
            <a:ahLst/>
            <a:cxnLst/>
            <a:rect l="l" t="t" r="r" b="b"/>
            <a:pathLst>
              <a:path w="284569" h="284569">
                <a:moveTo>
                  <a:pt x="71142" y="0"/>
                </a:moveTo>
                <a:lnTo>
                  <a:pt x="213427" y="0"/>
                </a:lnTo>
                <a:cubicBezTo>
                  <a:pt x="252717" y="0"/>
                  <a:pt x="284569" y="31851"/>
                  <a:pt x="284569" y="71142"/>
                </a:cubicBezTo>
                <a:lnTo>
                  <a:pt x="284569" y="213427"/>
                </a:lnTo>
                <a:cubicBezTo>
                  <a:pt x="284569" y="252717"/>
                  <a:pt x="252717" y="284569"/>
                  <a:pt x="213427" y="284569"/>
                </a:cubicBezTo>
                <a:lnTo>
                  <a:pt x="71142" y="284569"/>
                </a:lnTo>
                <a:cubicBezTo>
                  <a:pt x="31851" y="284569"/>
                  <a:pt x="0" y="252717"/>
                  <a:pt x="0" y="213427"/>
                </a:cubicBezTo>
                <a:lnTo>
                  <a:pt x="0" y="71142"/>
                </a:lnTo>
                <a:cubicBezTo>
                  <a:pt x="0" y="31851"/>
                  <a:pt x="31851" y="0"/>
                  <a:pt x="71142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585145" y="3172946"/>
            <a:ext cx="124499" cy="142284"/>
          </a:xfrm>
          <a:custGeom>
            <a:avLst/>
            <a:gdLst/>
            <a:ahLst/>
            <a:cxnLst/>
            <a:rect l="l" t="t" r="r" b="b"/>
            <a:pathLst>
              <a:path w="124499" h="142284">
                <a:moveTo>
                  <a:pt x="94152" y="-2751"/>
                </a:moveTo>
                <a:cubicBezTo>
                  <a:pt x="97459" y="-361"/>
                  <a:pt x="98682" y="3974"/>
                  <a:pt x="97181" y="7753"/>
                </a:cubicBezTo>
                <a:lnTo>
                  <a:pt x="75394" y="62249"/>
                </a:lnTo>
                <a:lnTo>
                  <a:pt x="115606" y="62249"/>
                </a:lnTo>
                <a:cubicBezTo>
                  <a:pt x="119358" y="62249"/>
                  <a:pt x="122693" y="64584"/>
                  <a:pt x="123971" y="68113"/>
                </a:cubicBezTo>
                <a:cubicBezTo>
                  <a:pt x="125249" y="71642"/>
                  <a:pt x="124165" y="75589"/>
                  <a:pt x="121303" y="77979"/>
                </a:cubicBezTo>
                <a:lnTo>
                  <a:pt x="41268" y="144674"/>
                </a:lnTo>
                <a:cubicBezTo>
                  <a:pt x="38128" y="147287"/>
                  <a:pt x="33654" y="147426"/>
                  <a:pt x="30347" y="145036"/>
                </a:cubicBezTo>
                <a:cubicBezTo>
                  <a:pt x="27040" y="142646"/>
                  <a:pt x="25817" y="138311"/>
                  <a:pt x="27318" y="134531"/>
                </a:cubicBezTo>
                <a:lnTo>
                  <a:pt x="49105" y="80035"/>
                </a:lnTo>
                <a:lnTo>
                  <a:pt x="8893" y="80035"/>
                </a:lnTo>
                <a:cubicBezTo>
                  <a:pt x="5141" y="80035"/>
                  <a:pt x="1806" y="77701"/>
                  <a:pt x="528" y="74171"/>
                </a:cubicBezTo>
                <a:cubicBezTo>
                  <a:pt x="-750" y="70642"/>
                  <a:pt x="333" y="66696"/>
                  <a:pt x="3196" y="64306"/>
                </a:cubicBezTo>
                <a:lnTo>
                  <a:pt x="83231" y="-2390"/>
                </a:lnTo>
                <a:cubicBezTo>
                  <a:pt x="86371" y="-5002"/>
                  <a:pt x="90845" y="-5141"/>
                  <a:pt x="94152" y="-2751"/>
                </a:cubicBezTo>
                <a:close/>
              </a:path>
            </a:pathLst>
          </a:custGeom>
          <a:solidFill>
            <a:srgbClr val="1A1D21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96392" y="3101804"/>
            <a:ext cx="1591807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96392" y="3315231"/>
            <a:ext cx="1591807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Consistent performance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359268" y="6029192"/>
            <a:ext cx="4960392" cy="704420"/>
          </a:xfrm>
          <a:custGeom>
            <a:avLst/>
            <a:gdLst/>
            <a:ahLst/>
            <a:cxnLst/>
            <a:rect l="l" t="t" r="r" b="b"/>
            <a:pathLst>
              <a:path w="4960392" h="825250">
                <a:moveTo>
                  <a:pt x="106713" y="0"/>
                </a:moveTo>
                <a:lnTo>
                  <a:pt x="4853679" y="0"/>
                </a:lnTo>
                <a:cubicBezTo>
                  <a:pt x="4912615" y="0"/>
                  <a:pt x="4960392" y="47777"/>
                  <a:pt x="4960392" y="106713"/>
                </a:cubicBezTo>
                <a:lnTo>
                  <a:pt x="4960392" y="718537"/>
                </a:lnTo>
                <a:cubicBezTo>
                  <a:pt x="4960392" y="777473"/>
                  <a:pt x="4912615" y="825250"/>
                  <a:pt x="4853679" y="825250"/>
                </a:cubicBezTo>
                <a:lnTo>
                  <a:pt x="106713" y="825250"/>
                </a:lnTo>
                <a:cubicBezTo>
                  <a:pt x="47777" y="825250"/>
                  <a:pt x="0" y="777473"/>
                  <a:pt x="0" y="718537"/>
                </a:cubicBezTo>
                <a:lnTo>
                  <a:pt x="0" y="106713"/>
                </a:lnTo>
                <a:cubicBezTo>
                  <a:pt x="0" y="47817"/>
                  <a:pt x="47817" y="0"/>
                  <a:pt x="106713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499774" y="6263964"/>
            <a:ext cx="4819886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Supported Models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34" name="Shape 30"/>
          <p:cNvSpPr/>
          <p:nvPr/>
        </p:nvSpPr>
        <p:spPr>
          <a:xfrm>
            <a:off x="2010101" y="6235616"/>
            <a:ext cx="1422845" cy="284569"/>
          </a:xfrm>
          <a:custGeom>
            <a:avLst/>
            <a:gdLst/>
            <a:ahLst/>
            <a:cxnLst/>
            <a:rect l="l" t="t" r="r" b="b"/>
            <a:pathLst>
              <a:path w="1422845" h="284569">
                <a:moveTo>
                  <a:pt x="35571" y="0"/>
                </a:moveTo>
                <a:lnTo>
                  <a:pt x="1387274" y="0"/>
                </a:lnTo>
                <a:cubicBezTo>
                  <a:pt x="1406919" y="0"/>
                  <a:pt x="1422845" y="15926"/>
                  <a:pt x="1422845" y="35571"/>
                </a:cubicBezTo>
                <a:lnTo>
                  <a:pt x="1422845" y="248998"/>
                </a:lnTo>
                <a:cubicBezTo>
                  <a:pt x="1422845" y="268643"/>
                  <a:pt x="1406919" y="284569"/>
                  <a:pt x="1387274" y="284569"/>
                </a:cubicBezTo>
                <a:lnTo>
                  <a:pt x="35571" y="284569"/>
                </a:lnTo>
                <a:cubicBezTo>
                  <a:pt x="15926" y="284569"/>
                  <a:pt x="0" y="268643"/>
                  <a:pt x="0" y="248998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2010101" y="6235616"/>
            <a:ext cx="1493987" cy="284569"/>
          </a:xfrm>
          <a:prstGeom prst="rect">
            <a:avLst/>
          </a:prstGeom>
          <a:noFill/>
        </p:spPr>
        <p:txBody>
          <a:bodyPr wrap="square" lIns="71142" tIns="35571" rIns="71142" bIns="35571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llama-3.1-8b-instant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5467948" y="1106263"/>
            <a:ext cx="6365451" cy="5751738"/>
          </a:xfrm>
          <a:custGeom>
            <a:avLst/>
            <a:gdLst/>
            <a:ahLst/>
            <a:cxnLst/>
            <a:rect l="l" t="t" r="r" b="b"/>
            <a:pathLst>
              <a:path w="6365451" h="5751849">
                <a:moveTo>
                  <a:pt x="106697" y="0"/>
                </a:moveTo>
                <a:lnTo>
                  <a:pt x="6258754" y="0"/>
                </a:lnTo>
                <a:cubicBezTo>
                  <a:pt x="6317681" y="0"/>
                  <a:pt x="6365451" y="47770"/>
                  <a:pt x="6365451" y="106697"/>
                </a:cubicBezTo>
                <a:lnTo>
                  <a:pt x="6365451" y="5645153"/>
                </a:lnTo>
                <a:cubicBezTo>
                  <a:pt x="6365451" y="5704080"/>
                  <a:pt x="6317681" y="5751849"/>
                  <a:pt x="6258754" y="5751849"/>
                </a:cubicBezTo>
                <a:lnTo>
                  <a:pt x="106697" y="5751849"/>
                </a:lnTo>
                <a:cubicBezTo>
                  <a:pt x="47770" y="5751849"/>
                  <a:pt x="0" y="5704080"/>
                  <a:pt x="0" y="5645153"/>
                </a:cubicBezTo>
                <a:lnTo>
                  <a:pt x="0" y="106697"/>
                </a:lnTo>
                <a:cubicBezTo>
                  <a:pt x="0" y="47809"/>
                  <a:pt x="47809" y="0"/>
                  <a:pt x="10669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Shape 39"/>
          <p:cNvSpPr/>
          <p:nvPr/>
        </p:nvSpPr>
        <p:spPr>
          <a:xfrm>
            <a:off x="5613789" y="1287677"/>
            <a:ext cx="222319" cy="177856"/>
          </a:xfrm>
          <a:custGeom>
            <a:avLst/>
            <a:gdLst/>
            <a:ahLst/>
            <a:cxnLst/>
            <a:rect l="l" t="t" r="r" b="b"/>
            <a:pathLst>
              <a:path w="222319" h="177856">
                <a:moveTo>
                  <a:pt x="122276" y="0"/>
                </a:moveTo>
                <a:cubicBezTo>
                  <a:pt x="122276" y="-6149"/>
                  <a:pt x="117308" y="-11116"/>
                  <a:pt x="111160" y="-11116"/>
                </a:cubicBezTo>
                <a:cubicBezTo>
                  <a:pt x="105011" y="-11116"/>
                  <a:pt x="100044" y="-6149"/>
                  <a:pt x="100044" y="0"/>
                </a:cubicBezTo>
                <a:lnTo>
                  <a:pt x="100044" y="22232"/>
                </a:lnTo>
                <a:lnTo>
                  <a:pt x="66696" y="22232"/>
                </a:lnTo>
                <a:cubicBezTo>
                  <a:pt x="48285" y="22232"/>
                  <a:pt x="33348" y="37169"/>
                  <a:pt x="33348" y="55580"/>
                </a:cubicBezTo>
                <a:lnTo>
                  <a:pt x="33348" y="133392"/>
                </a:lnTo>
                <a:cubicBezTo>
                  <a:pt x="33348" y="151803"/>
                  <a:pt x="48285" y="166740"/>
                  <a:pt x="66696" y="166740"/>
                </a:cubicBezTo>
                <a:lnTo>
                  <a:pt x="155624" y="166740"/>
                </a:lnTo>
                <a:cubicBezTo>
                  <a:pt x="174034" y="166740"/>
                  <a:pt x="188972" y="151803"/>
                  <a:pt x="188972" y="133392"/>
                </a:cubicBezTo>
                <a:lnTo>
                  <a:pt x="188972" y="55580"/>
                </a:lnTo>
                <a:cubicBezTo>
                  <a:pt x="188972" y="37169"/>
                  <a:pt x="174034" y="22232"/>
                  <a:pt x="155624" y="22232"/>
                </a:cubicBezTo>
                <a:lnTo>
                  <a:pt x="122276" y="22232"/>
                </a:lnTo>
                <a:lnTo>
                  <a:pt x="122276" y="0"/>
                </a:lnTo>
                <a:close/>
                <a:moveTo>
                  <a:pt x="55580" y="127834"/>
                </a:moveTo>
                <a:cubicBezTo>
                  <a:pt x="55580" y="123214"/>
                  <a:pt x="59297" y="119497"/>
                  <a:pt x="63917" y="119497"/>
                </a:cubicBezTo>
                <a:lnTo>
                  <a:pt x="75033" y="119497"/>
                </a:lnTo>
                <a:cubicBezTo>
                  <a:pt x="79653" y="119497"/>
                  <a:pt x="83370" y="123214"/>
                  <a:pt x="83370" y="127834"/>
                </a:cubicBezTo>
                <a:cubicBezTo>
                  <a:pt x="83370" y="132454"/>
                  <a:pt x="79653" y="136171"/>
                  <a:pt x="75033" y="136171"/>
                </a:cubicBezTo>
                <a:lnTo>
                  <a:pt x="63917" y="136171"/>
                </a:lnTo>
                <a:cubicBezTo>
                  <a:pt x="59297" y="136171"/>
                  <a:pt x="55580" y="132454"/>
                  <a:pt x="55580" y="127834"/>
                </a:cubicBezTo>
                <a:close/>
                <a:moveTo>
                  <a:pt x="97265" y="127834"/>
                </a:moveTo>
                <a:cubicBezTo>
                  <a:pt x="97265" y="123214"/>
                  <a:pt x="100982" y="119497"/>
                  <a:pt x="105602" y="119497"/>
                </a:cubicBezTo>
                <a:lnTo>
                  <a:pt x="116718" y="119497"/>
                </a:lnTo>
                <a:cubicBezTo>
                  <a:pt x="121338" y="119497"/>
                  <a:pt x="125055" y="123214"/>
                  <a:pt x="125055" y="127834"/>
                </a:cubicBezTo>
                <a:cubicBezTo>
                  <a:pt x="125055" y="132454"/>
                  <a:pt x="121338" y="136171"/>
                  <a:pt x="116718" y="136171"/>
                </a:cubicBezTo>
                <a:lnTo>
                  <a:pt x="105602" y="136171"/>
                </a:lnTo>
                <a:cubicBezTo>
                  <a:pt x="100982" y="136171"/>
                  <a:pt x="97265" y="132454"/>
                  <a:pt x="97265" y="127834"/>
                </a:cubicBezTo>
                <a:close/>
                <a:moveTo>
                  <a:pt x="138950" y="127834"/>
                </a:moveTo>
                <a:cubicBezTo>
                  <a:pt x="138950" y="123214"/>
                  <a:pt x="142667" y="119497"/>
                  <a:pt x="147287" y="119497"/>
                </a:cubicBezTo>
                <a:lnTo>
                  <a:pt x="158403" y="119497"/>
                </a:lnTo>
                <a:cubicBezTo>
                  <a:pt x="163023" y="119497"/>
                  <a:pt x="166740" y="123214"/>
                  <a:pt x="166740" y="127834"/>
                </a:cubicBezTo>
                <a:cubicBezTo>
                  <a:pt x="166740" y="132454"/>
                  <a:pt x="163023" y="136171"/>
                  <a:pt x="158403" y="136171"/>
                </a:cubicBezTo>
                <a:lnTo>
                  <a:pt x="147287" y="136171"/>
                </a:lnTo>
                <a:cubicBezTo>
                  <a:pt x="142667" y="136171"/>
                  <a:pt x="138950" y="132454"/>
                  <a:pt x="138950" y="127834"/>
                </a:cubicBezTo>
                <a:close/>
                <a:moveTo>
                  <a:pt x="77812" y="61138"/>
                </a:moveTo>
                <a:cubicBezTo>
                  <a:pt x="87014" y="61138"/>
                  <a:pt x="94486" y="68609"/>
                  <a:pt x="94486" y="77812"/>
                </a:cubicBezTo>
                <a:cubicBezTo>
                  <a:pt x="94486" y="87014"/>
                  <a:pt x="87014" y="94486"/>
                  <a:pt x="77812" y="94486"/>
                </a:cubicBezTo>
                <a:cubicBezTo>
                  <a:pt x="68609" y="94486"/>
                  <a:pt x="61138" y="87014"/>
                  <a:pt x="61138" y="77812"/>
                </a:cubicBezTo>
                <a:cubicBezTo>
                  <a:pt x="61138" y="68609"/>
                  <a:pt x="68609" y="61138"/>
                  <a:pt x="77812" y="61138"/>
                </a:cubicBezTo>
                <a:close/>
                <a:moveTo>
                  <a:pt x="127834" y="77812"/>
                </a:moveTo>
                <a:cubicBezTo>
                  <a:pt x="127834" y="68609"/>
                  <a:pt x="135305" y="61138"/>
                  <a:pt x="144508" y="61138"/>
                </a:cubicBezTo>
                <a:cubicBezTo>
                  <a:pt x="153710" y="61138"/>
                  <a:pt x="161182" y="68609"/>
                  <a:pt x="161182" y="77812"/>
                </a:cubicBezTo>
                <a:cubicBezTo>
                  <a:pt x="161182" y="87014"/>
                  <a:pt x="153710" y="94486"/>
                  <a:pt x="144508" y="94486"/>
                </a:cubicBezTo>
                <a:cubicBezTo>
                  <a:pt x="135305" y="94486"/>
                  <a:pt x="127834" y="87014"/>
                  <a:pt x="127834" y="77812"/>
                </a:cubicBezTo>
                <a:close/>
                <a:moveTo>
                  <a:pt x="22232" y="77812"/>
                </a:moveTo>
                <a:cubicBezTo>
                  <a:pt x="22232" y="71663"/>
                  <a:pt x="17264" y="66696"/>
                  <a:pt x="11116" y="66696"/>
                </a:cubicBezTo>
                <a:cubicBezTo>
                  <a:pt x="4967" y="66696"/>
                  <a:pt x="0" y="71663"/>
                  <a:pt x="0" y="77812"/>
                </a:cubicBezTo>
                <a:lnTo>
                  <a:pt x="0" y="111160"/>
                </a:lnTo>
                <a:cubicBezTo>
                  <a:pt x="0" y="117308"/>
                  <a:pt x="4967" y="122276"/>
                  <a:pt x="11116" y="122276"/>
                </a:cubicBezTo>
                <a:cubicBezTo>
                  <a:pt x="17264" y="122276"/>
                  <a:pt x="22232" y="117308"/>
                  <a:pt x="22232" y="111160"/>
                </a:cubicBezTo>
                <a:lnTo>
                  <a:pt x="22232" y="77812"/>
                </a:lnTo>
                <a:close/>
                <a:moveTo>
                  <a:pt x="211204" y="66696"/>
                </a:moveTo>
                <a:cubicBezTo>
                  <a:pt x="205055" y="66696"/>
                  <a:pt x="200088" y="71663"/>
                  <a:pt x="200088" y="77812"/>
                </a:cubicBezTo>
                <a:lnTo>
                  <a:pt x="200088" y="111160"/>
                </a:lnTo>
                <a:cubicBezTo>
                  <a:pt x="200088" y="117308"/>
                  <a:pt x="205055" y="122276"/>
                  <a:pt x="211204" y="122276"/>
                </a:cubicBezTo>
                <a:cubicBezTo>
                  <a:pt x="217352" y="122276"/>
                  <a:pt x="222319" y="117308"/>
                  <a:pt x="222319" y="111160"/>
                </a:cubicBezTo>
                <a:lnTo>
                  <a:pt x="222319" y="77812"/>
                </a:lnTo>
                <a:cubicBezTo>
                  <a:pt x="222319" y="71663"/>
                  <a:pt x="217352" y="66696"/>
                  <a:pt x="211204" y="6669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5836109" y="1252106"/>
            <a:ext cx="5940376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Bot Commands &amp; User Interface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5" name="Shape 41"/>
          <p:cNvSpPr/>
          <p:nvPr/>
        </p:nvSpPr>
        <p:spPr>
          <a:xfrm>
            <a:off x="5613789" y="1607817"/>
            <a:ext cx="2979081" cy="1458416"/>
          </a:xfrm>
          <a:custGeom>
            <a:avLst/>
            <a:gdLst/>
            <a:ahLst/>
            <a:cxnLst/>
            <a:rect l="l" t="t" r="r" b="b"/>
            <a:pathLst>
              <a:path w="2979081" h="1458416">
                <a:moveTo>
                  <a:pt x="71142" y="0"/>
                </a:moveTo>
                <a:lnTo>
                  <a:pt x="2907939" y="0"/>
                </a:lnTo>
                <a:cubicBezTo>
                  <a:pt x="2947204" y="0"/>
                  <a:pt x="2979081" y="31877"/>
                  <a:pt x="2979081" y="71142"/>
                </a:cubicBezTo>
                <a:lnTo>
                  <a:pt x="2979081" y="1387274"/>
                </a:lnTo>
                <a:cubicBezTo>
                  <a:pt x="2979081" y="1426538"/>
                  <a:pt x="2947204" y="1458416"/>
                  <a:pt x="2907939" y="1458416"/>
                </a:cubicBezTo>
                <a:lnTo>
                  <a:pt x="71142" y="1458416"/>
                </a:lnTo>
                <a:cubicBezTo>
                  <a:pt x="31877" y="1458416"/>
                  <a:pt x="0" y="1426538"/>
                  <a:pt x="0" y="1387274"/>
                </a:cubicBezTo>
                <a:lnTo>
                  <a:pt x="0" y="71142"/>
                </a:lnTo>
                <a:cubicBezTo>
                  <a:pt x="0" y="31877"/>
                  <a:pt x="31877" y="0"/>
                  <a:pt x="711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Shape 42"/>
          <p:cNvSpPr/>
          <p:nvPr/>
        </p:nvSpPr>
        <p:spPr>
          <a:xfrm>
            <a:off x="5738288" y="1750102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0" y="71142"/>
                </a:moveTo>
                <a:cubicBezTo>
                  <a:pt x="0" y="31878"/>
                  <a:pt x="31878" y="0"/>
                  <a:pt x="71142" y="0"/>
                </a:cubicBezTo>
                <a:cubicBezTo>
                  <a:pt x="110407" y="0"/>
                  <a:pt x="142284" y="31878"/>
                  <a:pt x="142284" y="71142"/>
                </a:cubicBezTo>
                <a:cubicBezTo>
                  <a:pt x="142284" y="110407"/>
                  <a:pt x="110407" y="142284"/>
                  <a:pt x="71142" y="142284"/>
                </a:cubicBezTo>
                <a:cubicBezTo>
                  <a:pt x="31878" y="142284"/>
                  <a:pt x="0" y="110407"/>
                  <a:pt x="0" y="71142"/>
                </a:cubicBezTo>
                <a:close/>
                <a:moveTo>
                  <a:pt x="52328" y="40879"/>
                </a:moveTo>
                <a:cubicBezTo>
                  <a:pt x="50216" y="42046"/>
                  <a:pt x="48910" y="44297"/>
                  <a:pt x="48910" y="46687"/>
                </a:cubicBezTo>
                <a:lnTo>
                  <a:pt x="48910" y="95597"/>
                </a:lnTo>
                <a:cubicBezTo>
                  <a:pt x="48910" y="98015"/>
                  <a:pt x="50216" y="100238"/>
                  <a:pt x="52328" y="101405"/>
                </a:cubicBezTo>
                <a:cubicBezTo>
                  <a:pt x="54440" y="102573"/>
                  <a:pt x="56997" y="102545"/>
                  <a:pt x="59081" y="101267"/>
                </a:cubicBezTo>
                <a:lnTo>
                  <a:pt x="99099" y="76811"/>
                </a:lnTo>
                <a:cubicBezTo>
                  <a:pt x="101072" y="75589"/>
                  <a:pt x="102295" y="73449"/>
                  <a:pt x="102295" y="71114"/>
                </a:cubicBezTo>
                <a:cubicBezTo>
                  <a:pt x="102295" y="68780"/>
                  <a:pt x="101072" y="66640"/>
                  <a:pt x="99099" y="65418"/>
                </a:cubicBezTo>
                <a:lnTo>
                  <a:pt x="59081" y="40962"/>
                </a:lnTo>
                <a:cubicBezTo>
                  <a:pt x="57025" y="39712"/>
                  <a:pt x="54440" y="39656"/>
                  <a:pt x="52328" y="4082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5969500" y="1714530"/>
            <a:ext cx="1164954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Basic Commands</a:t>
            </a:r>
            <a:endParaRPr lang="en-US" sz="1600" dirty="0"/>
          </a:p>
        </p:txBody>
      </p:sp>
      <p:sp>
        <p:nvSpPr>
          <p:cNvPr id="48" name="Text 44"/>
          <p:cNvSpPr/>
          <p:nvPr/>
        </p:nvSpPr>
        <p:spPr>
          <a:xfrm>
            <a:off x="5720503" y="1999099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/start - Welcome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5720503" y="2248097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/hello - Greeting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5720503" y="2497095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/help - Show commands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5720503" y="2746093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/menu - Command menu</a:t>
            </a:r>
            <a:endParaRPr lang="en-US" sz="1600" dirty="0"/>
          </a:p>
        </p:txBody>
      </p:sp>
      <p:sp>
        <p:nvSpPr>
          <p:cNvPr id="52" name="Shape 48"/>
          <p:cNvSpPr/>
          <p:nvPr/>
        </p:nvSpPr>
        <p:spPr>
          <a:xfrm>
            <a:off x="8702140" y="1607817"/>
            <a:ext cx="2979081" cy="1458416"/>
          </a:xfrm>
          <a:custGeom>
            <a:avLst/>
            <a:gdLst/>
            <a:ahLst/>
            <a:cxnLst/>
            <a:rect l="l" t="t" r="r" b="b"/>
            <a:pathLst>
              <a:path w="2979081" h="1458416">
                <a:moveTo>
                  <a:pt x="71142" y="0"/>
                </a:moveTo>
                <a:lnTo>
                  <a:pt x="2907939" y="0"/>
                </a:lnTo>
                <a:cubicBezTo>
                  <a:pt x="2947204" y="0"/>
                  <a:pt x="2979081" y="31877"/>
                  <a:pt x="2979081" y="71142"/>
                </a:cubicBezTo>
                <a:lnTo>
                  <a:pt x="2979081" y="1387274"/>
                </a:lnTo>
                <a:cubicBezTo>
                  <a:pt x="2979081" y="1426538"/>
                  <a:pt x="2947204" y="1458416"/>
                  <a:pt x="2907939" y="1458416"/>
                </a:cubicBezTo>
                <a:lnTo>
                  <a:pt x="71142" y="1458416"/>
                </a:lnTo>
                <a:cubicBezTo>
                  <a:pt x="31877" y="1458416"/>
                  <a:pt x="0" y="1426538"/>
                  <a:pt x="0" y="1387274"/>
                </a:cubicBezTo>
                <a:lnTo>
                  <a:pt x="0" y="71142"/>
                </a:lnTo>
                <a:cubicBezTo>
                  <a:pt x="0" y="31877"/>
                  <a:pt x="31877" y="0"/>
                  <a:pt x="711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8826639" y="1750102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33348" y="15562"/>
                </a:moveTo>
                <a:cubicBezTo>
                  <a:pt x="33348" y="6975"/>
                  <a:pt x="40323" y="0"/>
                  <a:pt x="48910" y="0"/>
                </a:cubicBezTo>
                <a:lnTo>
                  <a:pt x="55580" y="0"/>
                </a:lnTo>
                <a:cubicBezTo>
                  <a:pt x="60499" y="0"/>
                  <a:pt x="64473" y="3974"/>
                  <a:pt x="64473" y="8893"/>
                </a:cubicBezTo>
                <a:lnTo>
                  <a:pt x="64473" y="133392"/>
                </a:lnTo>
                <a:cubicBezTo>
                  <a:pt x="64473" y="138311"/>
                  <a:pt x="60499" y="142284"/>
                  <a:pt x="55580" y="142284"/>
                </a:cubicBezTo>
                <a:lnTo>
                  <a:pt x="46687" y="142284"/>
                </a:lnTo>
                <a:cubicBezTo>
                  <a:pt x="38406" y="142284"/>
                  <a:pt x="31430" y="136615"/>
                  <a:pt x="29457" y="128945"/>
                </a:cubicBezTo>
                <a:cubicBezTo>
                  <a:pt x="29263" y="128945"/>
                  <a:pt x="29096" y="128945"/>
                  <a:pt x="28902" y="128945"/>
                </a:cubicBezTo>
                <a:cubicBezTo>
                  <a:pt x="16618" y="128945"/>
                  <a:pt x="6670" y="118996"/>
                  <a:pt x="6670" y="106713"/>
                </a:cubicBezTo>
                <a:cubicBezTo>
                  <a:pt x="6670" y="101711"/>
                  <a:pt x="8337" y="97098"/>
                  <a:pt x="11116" y="93374"/>
                </a:cubicBezTo>
                <a:cubicBezTo>
                  <a:pt x="5725" y="89317"/>
                  <a:pt x="2223" y="82870"/>
                  <a:pt x="2223" y="75589"/>
                </a:cubicBezTo>
                <a:cubicBezTo>
                  <a:pt x="2223" y="67002"/>
                  <a:pt x="7114" y="59526"/>
                  <a:pt x="14228" y="55830"/>
                </a:cubicBezTo>
                <a:cubicBezTo>
                  <a:pt x="12255" y="52495"/>
                  <a:pt x="11116" y="48605"/>
                  <a:pt x="11116" y="44464"/>
                </a:cubicBezTo>
                <a:cubicBezTo>
                  <a:pt x="11116" y="32181"/>
                  <a:pt x="21065" y="22232"/>
                  <a:pt x="33348" y="22232"/>
                </a:cubicBezTo>
                <a:lnTo>
                  <a:pt x="33348" y="15562"/>
                </a:lnTo>
                <a:close/>
                <a:moveTo>
                  <a:pt x="108937" y="15562"/>
                </a:moveTo>
                <a:lnTo>
                  <a:pt x="108937" y="22232"/>
                </a:lnTo>
                <a:cubicBezTo>
                  <a:pt x="121220" y="22232"/>
                  <a:pt x="131168" y="32181"/>
                  <a:pt x="131168" y="44464"/>
                </a:cubicBezTo>
                <a:cubicBezTo>
                  <a:pt x="131168" y="48632"/>
                  <a:pt x="130029" y="52523"/>
                  <a:pt x="128056" y="55830"/>
                </a:cubicBezTo>
                <a:cubicBezTo>
                  <a:pt x="135198" y="59526"/>
                  <a:pt x="140061" y="66974"/>
                  <a:pt x="140061" y="75589"/>
                </a:cubicBezTo>
                <a:cubicBezTo>
                  <a:pt x="140061" y="82870"/>
                  <a:pt x="136560" y="89317"/>
                  <a:pt x="131168" y="93374"/>
                </a:cubicBezTo>
                <a:cubicBezTo>
                  <a:pt x="133947" y="97098"/>
                  <a:pt x="135615" y="101711"/>
                  <a:pt x="135615" y="106713"/>
                </a:cubicBezTo>
                <a:cubicBezTo>
                  <a:pt x="135615" y="118996"/>
                  <a:pt x="125666" y="128945"/>
                  <a:pt x="113383" y="128945"/>
                </a:cubicBezTo>
                <a:cubicBezTo>
                  <a:pt x="113188" y="128945"/>
                  <a:pt x="113022" y="128945"/>
                  <a:pt x="112827" y="128945"/>
                </a:cubicBezTo>
                <a:cubicBezTo>
                  <a:pt x="110854" y="136615"/>
                  <a:pt x="103879" y="142284"/>
                  <a:pt x="95597" y="142284"/>
                </a:cubicBezTo>
                <a:lnTo>
                  <a:pt x="86705" y="142284"/>
                </a:lnTo>
                <a:cubicBezTo>
                  <a:pt x="81786" y="142284"/>
                  <a:pt x="77812" y="138311"/>
                  <a:pt x="77812" y="133392"/>
                </a:cubicBezTo>
                <a:lnTo>
                  <a:pt x="77812" y="8893"/>
                </a:lnTo>
                <a:cubicBezTo>
                  <a:pt x="77812" y="3974"/>
                  <a:pt x="81786" y="0"/>
                  <a:pt x="86705" y="0"/>
                </a:cubicBezTo>
                <a:lnTo>
                  <a:pt x="93374" y="0"/>
                </a:lnTo>
                <a:cubicBezTo>
                  <a:pt x="101961" y="0"/>
                  <a:pt x="108937" y="6975"/>
                  <a:pt x="108937" y="15562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9057851" y="1714530"/>
            <a:ext cx="951527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AI Commands</a:t>
            </a:r>
            <a:endParaRPr lang="en-US" sz="1600" dirty="0"/>
          </a:p>
        </p:txBody>
      </p:sp>
      <p:sp>
        <p:nvSpPr>
          <p:cNvPr id="55" name="Text 51"/>
          <p:cNvSpPr/>
          <p:nvPr/>
        </p:nvSpPr>
        <p:spPr>
          <a:xfrm>
            <a:off x="8808853" y="1999099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/chat - Full conversation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8808853" y="2248097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/ask - Quick answer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8808853" y="2497095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Plain text - Natural chat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8808853" y="2746093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/clearhistory - Reset</a:t>
            </a:r>
            <a:endParaRPr lang="en-US" sz="1600" dirty="0"/>
          </a:p>
        </p:txBody>
      </p:sp>
      <p:sp>
        <p:nvSpPr>
          <p:cNvPr id="59" name="Shape 55"/>
          <p:cNvSpPr/>
          <p:nvPr/>
        </p:nvSpPr>
        <p:spPr>
          <a:xfrm>
            <a:off x="5613789" y="3172946"/>
            <a:ext cx="2979081" cy="1209418"/>
          </a:xfrm>
          <a:custGeom>
            <a:avLst/>
            <a:gdLst/>
            <a:ahLst/>
            <a:cxnLst/>
            <a:rect l="l" t="t" r="r" b="b"/>
            <a:pathLst>
              <a:path w="2979081" h="1209418">
                <a:moveTo>
                  <a:pt x="71138" y="0"/>
                </a:moveTo>
                <a:lnTo>
                  <a:pt x="2907943" y="0"/>
                </a:lnTo>
                <a:cubicBezTo>
                  <a:pt x="2947231" y="0"/>
                  <a:pt x="2979081" y="31850"/>
                  <a:pt x="2979081" y="71138"/>
                </a:cubicBezTo>
                <a:lnTo>
                  <a:pt x="2979081" y="1138280"/>
                </a:lnTo>
                <a:cubicBezTo>
                  <a:pt x="2979081" y="1177568"/>
                  <a:pt x="2947231" y="1209418"/>
                  <a:pt x="2907943" y="1209418"/>
                </a:cubicBezTo>
                <a:lnTo>
                  <a:pt x="71138" y="1209418"/>
                </a:lnTo>
                <a:cubicBezTo>
                  <a:pt x="31850" y="1209418"/>
                  <a:pt x="0" y="1177568"/>
                  <a:pt x="0" y="1138280"/>
                </a:cubicBezTo>
                <a:lnTo>
                  <a:pt x="0" y="71138"/>
                </a:lnTo>
                <a:cubicBezTo>
                  <a:pt x="0" y="31850"/>
                  <a:pt x="31850" y="0"/>
                  <a:pt x="711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5747181" y="3315231"/>
            <a:ext cx="124499" cy="142284"/>
          </a:xfrm>
          <a:custGeom>
            <a:avLst/>
            <a:gdLst/>
            <a:ahLst/>
            <a:cxnLst/>
            <a:rect l="l" t="t" r="r" b="b"/>
            <a:pathLst>
              <a:path w="124499" h="142284">
                <a:moveTo>
                  <a:pt x="17786" y="8893"/>
                </a:moveTo>
                <a:cubicBezTo>
                  <a:pt x="7976" y="8893"/>
                  <a:pt x="0" y="16868"/>
                  <a:pt x="0" y="26678"/>
                </a:cubicBezTo>
                <a:lnTo>
                  <a:pt x="0" y="115606"/>
                </a:lnTo>
                <a:cubicBezTo>
                  <a:pt x="0" y="125416"/>
                  <a:pt x="7976" y="133392"/>
                  <a:pt x="17786" y="133392"/>
                </a:cubicBezTo>
                <a:lnTo>
                  <a:pt x="106713" y="133392"/>
                </a:lnTo>
                <a:cubicBezTo>
                  <a:pt x="116523" y="133392"/>
                  <a:pt x="124499" y="125416"/>
                  <a:pt x="124499" y="115606"/>
                </a:cubicBezTo>
                <a:lnTo>
                  <a:pt x="124499" y="48160"/>
                </a:lnTo>
                <a:cubicBezTo>
                  <a:pt x="124499" y="43436"/>
                  <a:pt x="122637" y="38906"/>
                  <a:pt x="119302" y="35571"/>
                </a:cubicBezTo>
                <a:lnTo>
                  <a:pt x="97821" y="14089"/>
                </a:lnTo>
                <a:cubicBezTo>
                  <a:pt x="94486" y="10755"/>
                  <a:pt x="89956" y="8893"/>
                  <a:pt x="85232" y="8893"/>
                </a:cubicBezTo>
                <a:lnTo>
                  <a:pt x="17786" y="8893"/>
                </a:lnTo>
                <a:close/>
                <a:moveTo>
                  <a:pt x="26678" y="35571"/>
                </a:moveTo>
                <a:cubicBezTo>
                  <a:pt x="26678" y="30652"/>
                  <a:pt x="30652" y="26678"/>
                  <a:pt x="35571" y="26678"/>
                </a:cubicBezTo>
                <a:lnTo>
                  <a:pt x="80035" y="26678"/>
                </a:lnTo>
                <a:cubicBezTo>
                  <a:pt x="84954" y="26678"/>
                  <a:pt x="88928" y="30652"/>
                  <a:pt x="88928" y="35571"/>
                </a:cubicBezTo>
                <a:lnTo>
                  <a:pt x="88928" y="53357"/>
                </a:lnTo>
                <a:cubicBezTo>
                  <a:pt x="88928" y="58275"/>
                  <a:pt x="84954" y="62249"/>
                  <a:pt x="80035" y="62249"/>
                </a:cubicBezTo>
                <a:lnTo>
                  <a:pt x="35571" y="62249"/>
                </a:lnTo>
                <a:cubicBezTo>
                  <a:pt x="30652" y="62249"/>
                  <a:pt x="26678" y="58275"/>
                  <a:pt x="26678" y="53357"/>
                </a:cubicBezTo>
                <a:lnTo>
                  <a:pt x="26678" y="35571"/>
                </a:lnTo>
                <a:close/>
                <a:moveTo>
                  <a:pt x="62249" y="80035"/>
                </a:moveTo>
                <a:cubicBezTo>
                  <a:pt x="72066" y="80035"/>
                  <a:pt x="80035" y="88004"/>
                  <a:pt x="80035" y="97821"/>
                </a:cubicBezTo>
                <a:cubicBezTo>
                  <a:pt x="80035" y="107637"/>
                  <a:pt x="72066" y="115606"/>
                  <a:pt x="62249" y="115606"/>
                </a:cubicBezTo>
                <a:cubicBezTo>
                  <a:pt x="52433" y="115606"/>
                  <a:pt x="44464" y="107637"/>
                  <a:pt x="44464" y="97821"/>
                </a:cubicBezTo>
                <a:cubicBezTo>
                  <a:pt x="44464" y="88004"/>
                  <a:pt x="52433" y="80035"/>
                  <a:pt x="62249" y="8003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5969500" y="3279659"/>
            <a:ext cx="1316131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Storage Commands</a:t>
            </a:r>
            <a:endParaRPr lang="en-US" sz="1600" dirty="0"/>
          </a:p>
        </p:txBody>
      </p:sp>
      <p:sp>
        <p:nvSpPr>
          <p:cNvPr id="147" name="Text 58"/>
          <p:cNvSpPr/>
          <p:nvPr/>
        </p:nvSpPr>
        <p:spPr>
          <a:xfrm>
            <a:off x="5720503" y="3564228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/save key value</a:t>
            </a:r>
            <a:endParaRPr lang="en-US" sz="1600" dirty="0"/>
          </a:p>
        </p:txBody>
      </p:sp>
      <p:sp>
        <p:nvSpPr>
          <p:cNvPr id="148" name="Text 59"/>
          <p:cNvSpPr/>
          <p:nvPr/>
        </p:nvSpPr>
        <p:spPr>
          <a:xfrm>
            <a:off x="5720503" y="3813226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/get key</a:t>
            </a:r>
            <a:endParaRPr lang="en-US" sz="1600" dirty="0"/>
          </a:p>
        </p:txBody>
      </p:sp>
      <p:sp>
        <p:nvSpPr>
          <p:cNvPr id="149" name="Text 60"/>
          <p:cNvSpPr/>
          <p:nvPr/>
        </p:nvSpPr>
        <p:spPr>
          <a:xfrm>
            <a:off x="5720503" y="4062224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/list - All keys</a:t>
            </a:r>
            <a:endParaRPr lang="en-US" sz="1600" dirty="0"/>
          </a:p>
        </p:txBody>
      </p:sp>
      <p:sp>
        <p:nvSpPr>
          <p:cNvPr id="150" name="Shape 61"/>
          <p:cNvSpPr/>
          <p:nvPr/>
        </p:nvSpPr>
        <p:spPr>
          <a:xfrm>
            <a:off x="8702140" y="3172946"/>
            <a:ext cx="2979081" cy="1209418"/>
          </a:xfrm>
          <a:custGeom>
            <a:avLst/>
            <a:gdLst/>
            <a:ahLst/>
            <a:cxnLst/>
            <a:rect l="l" t="t" r="r" b="b"/>
            <a:pathLst>
              <a:path w="2979081" h="1209418">
                <a:moveTo>
                  <a:pt x="71138" y="0"/>
                </a:moveTo>
                <a:lnTo>
                  <a:pt x="2907943" y="0"/>
                </a:lnTo>
                <a:cubicBezTo>
                  <a:pt x="2947231" y="0"/>
                  <a:pt x="2979081" y="31850"/>
                  <a:pt x="2979081" y="71138"/>
                </a:cubicBezTo>
                <a:lnTo>
                  <a:pt x="2979081" y="1138280"/>
                </a:lnTo>
                <a:cubicBezTo>
                  <a:pt x="2979081" y="1177568"/>
                  <a:pt x="2947231" y="1209418"/>
                  <a:pt x="2907943" y="1209418"/>
                </a:cubicBezTo>
                <a:lnTo>
                  <a:pt x="71138" y="1209418"/>
                </a:lnTo>
                <a:cubicBezTo>
                  <a:pt x="31850" y="1209418"/>
                  <a:pt x="0" y="1177568"/>
                  <a:pt x="0" y="1138280"/>
                </a:cubicBezTo>
                <a:lnTo>
                  <a:pt x="0" y="71138"/>
                </a:lnTo>
                <a:cubicBezTo>
                  <a:pt x="0" y="31850"/>
                  <a:pt x="31850" y="0"/>
                  <a:pt x="711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51" name="Shape 62"/>
          <p:cNvSpPr/>
          <p:nvPr/>
        </p:nvSpPr>
        <p:spPr>
          <a:xfrm>
            <a:off x="8844425" y="3315231"/>
            <a:ext cx="106713" cy="142284"/>
          </a:xfrm>
          <a:custGeom>
            <a:avLst/>
            <a:gdLst/>
            <a:ahLst/>
            <a:cxnLst/>
            <a:rect l="l" t="t" r="r" b="b"/>
            <a:pathLst>
              <a:path w="106713" h="142284">
                <a:moveTo>
                  <a:pt x="0" y="17786"/>
                </a:moveTo>
                <a:cubicBezTo>
                  <a:pt x="0" y="7976"/>
                  <a:pt x="7976" y="0"/>
                  <a:pt x="17786" y="0"/>
                </a:cubicBezTo>
                <a:lnTo>
                  <a:pt x="59332" y="0"/>
                </a:lnTo>
                <a:cubicBezTo>
                  <a:pt x="64056" y="0"/>
                  <a:pt x="68586" y="1862"/>
                  <a:pt x="71920" y="5197"/>
                </a:cubicBezTo>
                <a:lnTo>
                  <a:pt x="101517" y="34821"/>
                </a:lnTo>
                <a:cubicBezTo>
                  <a:pt x="104851" y="38156"/>
                  <a:pt x="106713" y="42685"/>
                  <a:pt x="106713" y="47410"/>
                </a:cubicBezTo>
                <a:lnTo>
                  <a:pt x="106713" y="124499"/>
                </a:lnTo>
                <a:cubicBezTo>
                  <a:pt x="106713" y="134309"/>
                  <a:pt x="98738" y="142284"/>
                  <a:pt x="88928" y="142284"/>
                </a:cubicBezTo>
                <a:lnTo>
                  <a:pt x="17786" y="142284"/>
                </a:lnTo>
                <a:cubicBezTo>
                  <a:pt x="7976" y="142284"/>
                  <a:pt x="0" y="134309"/>
                  <a:pt x="0" y="124499"/>
                </a:cubicBezTo>
                <a:lnTo>
                  <a:pt x="0" y="17786"/>
                </a:lnTo>
                <a:close/>
                <a:moveTo>
                  <a:pt x="57803" y="16257"/>
                </a:moveTo>
                <a:lnTo>
                  <a:pt x="57803" y="42241"/>
                </a:lnTo>
                <a:cubicBezTo>
                  <a:pt x="57803" y="45937"/>
                  <a:pt x="60777" y="48910"/>
                  <a:pt x="64473" y="48910"/>
                </a:cubicBezTo>
                <a:lnTo>
                  <a:pt x="90456" y="48910"/>
                </a:lnTo>
                <a:lnTo>
                  <a:pt x="57803" y="16257"/>
                </a:lnTo>
                <a:close/>
                <a:moveTo>
                  <a:pt x="58081" y="73088"/>
                </a:moveTo>
                <a:cubicBezTo>
                  <a:pt x="55469" y="70475"/>
                  <a:pt x="51245" y="70475"/>
                  <a:pt x="48660" y="73088"/>
                </a:cubicBezTo>
                <a:lnTo>
                  <a:pt x="30875" y="90873"/>
                </a:lnTo>
                <a:cubicBezTo>
                  <a:pt x="28262" y="93485"/>
                  <a:pt x="28262" y="97709"/>
                  <a:pt x="30875" y="100294"/>
                </a:cubicBezTo>
                <a:cubicBezTo>
                  <a:pt x="33487" y="102878"/>
                  <a:pt x="37711" y="102906"/>
                  <a:pt x="40295" y="100294"/>
                </a:cubicBezTo>
                <a:lnTo>
                  <a:pt x="46687" y="93902"/>
                </a:lnTo>
                <a:lnTo>
                  <a:pt x="46687" y="117829"/>
                </a:lnTo>
                <a:cubicBezTo>
                  <a:pt x="46687" y="121525"/>
                  <a:pt x="49661" y="124499"/>
                  <a:pt x="53357" y="124499"/>
                </a:cubicBezTo>
                <a:cubicBezTo>
                  <a:pt x="57053" y="124499"/>
                  <a:pt x="60026" y="121525"/>
                  <a:pt x="60026" y="117829"/>
                </a:cubicBezTo>
                <a:lnTo>
                  <a:pt x="60026" y="93902"/>
                </a:lnTo>
                <a:lnTo>
                  <a:pt x="66418" y="100294"/>
                </a:lnTo>
                <a:cubicBezTo>
                  <a:pt x="69030" y="102906"/>
                  <a:pt x="73254" y="102906"/>
                  <a:pt x="75839" y="100294"/>
                </a:cubicBezTo>
                <a:cubicBezTo>
                  <a:pt x="78423" y="97682"/>
                  <a:pt x="78451" y="93458"/>
                  <a:pt x="75839" y="90873"/>
                </a:cubicBezTo>
                <a:lnTo>
                  <a:pt x="58053" y="7308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2" name="Text 63"/>
          <p:cNvSpPr/>
          <p:nvPr/>
        </p:nvSpPr>
        <p:spPr>
          <a:xfrm>
            <a:off x="9057851" y="3279659"/>
            <a:ext cx="1049348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File Commands</a:t>
            </a:r>
            <a:endParaRPr lang="en-US" sz="1600" dirty="0"/>
          </a:p>
        </p:txBody>
      </p:sp>
      <p:sp>
        <p:nvSpPr>
          <p:cNvPr id="153" name="Text 64"/>
          <p:cNvSpPr/>
          <p:nvPr/>
        </p:nvSpPr>
        <p:spPr>
          <a:xfrm>
            <a:off x="8808853" y="3564228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📎 Send any file</a:t>
            </a:r>
            <a:endParaRPr lang="en-US" sz="1600" dirty="0"/>
          </a:p>
        </p:txBody>
      </p:sp>
      <p:sp>
        <p:nvSpPr>
          <p:cNvPr id="154" name="Text 65"/>
          <p:cNvSpPr/>
          <p:nvPr/>
        </p:nvSpPr>
        <p:spPr>
          <a:xfrm>
            <a:off x="8808853" y="3813226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/myfiles - List uploads</a:t>
            </a:r>
            <a:endParaRPr lang="en-US" sz="1600" dirty="0"/>
          </a:p>
        </p:txBody>
      </p:sp>
      <p:sp>
        <p:nvSpPr>
          <p:cNvPr id="155" name="Text 66"/>
          <p:cNvSpPr/>
          <p:nvPr/>
        </p:nvSpPr>
        <p:spPr>
          <a:xfrm>
            <a:off x="8808853" y="4062224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/fileinfo - Details</a:t>
            </a:r>
            <a:endParaRPr lang="en-US" sz="1600" dirty="0"/>
          </a:p>
        </p:txBody>
      </p:sp>
      <p:sp>
        <p:nvSpPr>
          <p:cNvPr id="156" name="Shape 67"/>
          <p:cNvSpPr/>
          <p:nvPr/>
        </p:nvSpPr>
        <p:spPr>
          <a:xfrm>
            <a:off x="5613789" y="4489077"/>
            <a:ext cx="2979081" cy="1458416"/>
          </a:xfrm>
          <a:custGeom>
            <a:avLst/>
            <a:gdLst/>
            <a:ahLst/>
            <a:cxnLst/>
            <a:rect l="l" t="t" r="r" b="b"/>
            <a:pathLst>
              <a:path w="2979081" h="1458416">
                <a:moveTo>
                  <a:pt x="71142" y="0"/>
                </a:moveTo>
                <a:lnTo>
                  <a:pt x="2907939" y="0"/>
                </a:lnTo>
                <a:cubicBezTo>
                  <a:pt x="2947204" y="0"/>
                  <a:pt x="2979081" y="31877"/>
                  <a:pt x="2979081" y="71142"/>
                </a:cubicBezTo>
                <a:lnTo>
                  <a:pt x="2979081" y="1387274"/>
                </a:lnTo>
                <a:cubicBezTo>
                  <a:pt x="2979081" y="1426538"/>
                  <a:pt x="2947204" y="1458416"/>
                  <a:pt x="2907939" y="1458416"/>
                </a:cubicBezTo>
                <a:lnTo>
                  <a:pt x="71142" y="1458416"/>
                </a:lnTo>
                <a:cubicBezTo>
                  <a:pt x="31877" y="1458416"/>
                  <a:pt x="0" y="1426538"/>
                  <a:pt x="0" y="1387274"/>
                </a:cubicBezTo>
                <a:lnTo>
                  <a:pt x="0" y="71142"/>
                </a:lnTo>
                <a:cubicBezTo>
                  <a:pt x="0" y="31877"/>
                  <a:pt x="31877" y="0"/>
                  <a:pt x="711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57" name="Shape 68"/>
          <p:cNvSpPr/>
          <p:nvPr/>
        </p:nvSpPr>
        <p:spPr>
          <a:xfrm>
            <a:off x="5747181" y="4631362"/>
            <a:ext cx="124499" cy="142284"/>
          </a:xfrm>
          <a:custGeom>
            <a:avLst/>
            <a:gdLst/>
            <a:ahLst/>
            <a:cxnLst/>
            <a:rect l="l" t="t" r="r" b="b"/>
            <a:pathLst>
              <a:path w="124499" h="142284">
                <a:moveTo>
                  <a:pt x="17786" y="133392"/>
                </a:moveTo>
                <a:cubicBezTo>
                  <a:pt x="7976" y="133392"/>
                  <a:pt x="0" y="125416"/>
                  <a:pt x="0" y="115606"/>
                </a:cubicBezTo>
                <a:lnTo>
                  <a:pt x="0" y="26678"/>
                </a:lnTo>
                <a:cubicBezTo>
                  <a:pt x="0" y="16868"/>
                  <a:pt x="7976" y="8893"/>
                  <a:pt x="17786" y="8893"/>
                </a:cubicBezTo>
                <a:lnTo>
                  <a:pt x="106713" y="8893"/>
                </a:lnTo>
                <a:cubicBezTo>
                  <a:pt x="116523" y="8893"/>
                  <a:pt x="124499" y="16868"/>
                  <a:pt x="124499" y="26678"/>
                </a:cubicBezTo>
                <a:lnTo>
                  <a:pt x="124499" y="86010"/>
                </a:lnTo>
                <a:cubicBezTo>
                  <a:pt x="124499" y="90734"/>
                  <a:pt x="122637" y="95264"/>
                  <a:pt x="119302" y="98599"/>
                </a:cubicBezTo>
                <a:lnTo>
                  <a:pt x="89678" y="128195"/>
                </a:lnTo>
                <a:cubicBezTo>
                  <a:pt x="86343" y="131530"/>
                  <a:pt x="81814" y="133392"/>
                  <a:pt x="77089" y="133392"/>
                </a:cubicBezTo>
                <a:lnTo>
                  <a:pt x="17786" y="133392"/>
                </a:lnTo>
                <a:close/>
                <a:moveTo>
                  <a:pt x="108242" y="84481"/>
                </a:moveTo>
                <a:lnTo>
                  <a:pt x="82258" y="84481"/>
                </a:lnTo>
                <a:cubicBezTo>
                  <a:pt x="78562" y="84481"/>
                  <a:pt x="75589" y="87455"/>
                  <a:pt x="75589" y="91151"/>
                </a:cubicBezTo>
                <a:lnTo>
                  <a:pt x="75589" y="117135"/>
                </a:lnTo>
                <a:lnTo>
                  <a:pt x="108242" y="84481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8" name="Text 69"/>
          <p:cNvSpPr/>
          <p:nvPr/>
        </p:nvSpPr>
        <p:spPr>
          <a:xfrm>
            <a:off x="5969500" y="4595791"/>
            <a:ext cx="1476201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Notes System (CRUD)</a:t>
            </a:r>
            <a:endParaRPr lang="en-US" sz="1600" dirty="0"/>
          </a:p>
        </p:txBody>
      </p:sp>
      <p:sp>
        <p:nvSpPr>
          <p:cNvPr id="159" name="Text 70"/>
          <p:cNvSpPr/>
          <p:nvPr/>
        </p:nvSpPr>
        <p:spPr>
          <a:xfrm>
            <a:off x="5720503" y="4880360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/newnote t|c - Create</a:t>
            </a:r>
            <a:endParaRPr lang="en-US" sz="1600" dirty="0"/>
          </a:p>
        </p:txBody>
      </p:sp>
      <p:sp>
        <p:nvSpPr>
          <p:cNvPr id="160" name="Text 71"/>
          <p:cNvSpPr/>
          <p:nvPr/>
        </p:nvSpPr>
        <p:spPr>
          <a:xfrm>
            <a:off x="5720503" y="5129358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/readnote - Read</a:t>
            </a:r>
            <a:endParaRPr lang="en-US" sz="1600" dirty="0"/>
          </a:p>
        </p:txBody>
      </p:sp>
      <p:sp>
        <p:nvSpPr>
          <p:cNvPr id="161" name="Text 72"/>
          <p:cNvSpPr/>
          <p:nvPr/>
        </p:nvSpPr>
        <p:spPr>
          <a:xfrm>
            <a:off x="5720503" y="5378355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/updatenote - Update</a:t>
            </a:r>
            <a:endParaRPr lang="en-US" sz="1600" dirty="0"/>
          </a:p>
        </p:txBody>
      </p:sp>
      <p:sp>
        <p:nvSpPr>
          <p:cNvPr id="162" name="Text 73"/>
          <p:cNvSpPr/>
          <p:nvPr/>
        </p:nvSpPr>
        <p:spPr>
          <a:xfrm>
            <a:off x="5720503" y="5627353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/deletenote - Delete</a:t>
            </a:r>
            <a:endParaRPr lang="en-US" sz="1600" dirty="0"/>
          </a:p>
        </p:txBody>
      </p:sp>
      <p:sp>
        <p:nvSpPr>
          <p:cNvPr id="163" name="Shape 74"/>
          <p:cNvSpPr/>
          <p:nvPr/>
        </p:nvSpPr>
        <p:spPr>
          <a:xfrm>
            <a:off x="8702140" y="4489077"/>
            <a:ext cx="2979081" cy="1458416"/>
          </a:xfrm>
          <a:custGeom>
            <a:avLst/>
            <a:gdLst/>
            <a:ahLst/>
            <a:cxnLst/>
            <a:rect l="l" t="t" r="r" b="b"/>
            <a:pathLst>
              <a:path w="2979081" h="1458416">
                <a:moveTo>
                  <a:pt x="71142" y="0"/>
                </a:moveTo>
                <a:lnTo>
                  <a:pt x="2907939" y="0"/>
                </a:lnTo>
                <a:cubicBezTo>
                  <a:pt x="2947204" y="0"/>
                  <a:pt x="2979081" y="31877"/>
                  <a:pt x="2979081" y="71142"/>
                </a:cubicBezTo>
                <a:lnTo>
                  <a:pt x="2979081" y="1387274"/>
                </a:lnTo>
                <a:cubicBezTo>
                  <a:pt x="2979081" y="1426538"/>
                  <a:pt x="2947204" y="1458416"/>
                  <a:pt x="2907939" y="1458416"/>
                </a:cubicBezTo>
                <a:lnTo>
                  <a:pt x="71142" y="1458416"/>
                </a:lnTo>
                <a:cubicBezTo>
                  <a:pt x="31877" y="1458416"/>
                  <a:pt x="0" y="1426538"/>
                  <a:pt x="0" y="1387274"/>
                </a:cubicBezTo>
                <a:lnTo>
                  <a:pt x="0" y="71142"/>
                </a:lnTo>
                <a:cubicBezTo>
                  <a:pt x="0" y="31877"/>
                  <a:pt x="31877" y="0"/>
                  <a:pt x="7114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64" name="Shape 75"/>
          <p:cNvSpPr/>
          <p:nvPr/>
        </p:nvSpPr>
        <p:spPr>
          <a:xfrm>
            <a:off x="8826639" y="4631362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8893" y="8893"/>
                </a:moveTo>
                <a:cubicBezTo>
                  <a:pt x="13812" y="8893"/>
                  <a:pt x="17786" y="12867"/>
                  <a:pt x="17786" y="17786"/>
                </a:cubicBezTo>
                <a:lnTo>
                  <a:pt x="17786" y="111160"/>
                </a:lnTo>
                <a:cubicBezTo>
                  <a:pt x="17786" y="113605"/>
                  <a:pt x="19786" y="115606"/>
                  <a:pt x="22232" y="115606"/>
                </a:cubicBezTo>
                <a:lnTo>
                  <a:pt x="133392" y="115606"/>
                </a:lnTo>
                <a:cubicBezTo>
                  <a:pt x="138311" y="115606"/>
                  <a:pt x="142284" y="119580"/>
                  <a:pt x="142284" y="124499"/>
                </a:cubicBezTo>
                <a:cubicBezTo>
                  <a:pt x="142284" y="129418"/>
                  <a:pt x="138311" y="133392"/>
                  <a:pt x="133392" y="133392"/>
                </a:cubicBezTo>
                <a:lnTo>
                  <a:pt x="22232" y="133392"/>
                </a:lnTo>
                <a:cubicBezTo>
                  <a:pt x="9949" y="133392"/>
                  <a:pt x="0" y="123443"/>
                  <a:pt x="0" y="111160"/>
                </a:cubicBezTo>
                <a:lnTo>
                  <a:pt x="0" y="17786"/>
                </a:lnTo>
                <a:cubicBezTo>
                  <a:pt x="0" y="12867"/>
                  <a:pt x="3974" y="8893"/>
                  <a:pt x="8893" y="8893"/>
                </a:cubicBezTo>
                <a:close/>
                <a:moveTo>
                  <a:pt x="35571" y="26678"/>
                </a:moveTo>
                <a:cubicBezTo>
                  <a:pt x="35571" y="21760"/>
                  <a:pt x="39545" y="17786"/>
                  <a:pt x="44464" y="17786"/>
                </a:cubicBezTo>
                <a:lnTo>
                  <a:pt x="97821" y="17786"/>
                </a:lnTo>
                <a:cubicBezTo>
                  <a:pt x="102739" y="17786"/>
                  <a:pt x="106713" y="21760"/>
                  <a:pt x="106713" y="26678"/>
                </a:cubicBezTo>
                <a:cubicBezTo>
                  <a:pt x="106713" y="31597"/>
                  <a:pt x="102739" y="35571"/>
                  <a:pt x="97821" y="35571"/>
                </a:cubicBezTo>
                <a:lnTo>
                  <a:pt x="44464" y="35571"/>
                </a:lnTo>
                <a:cubicBezTo>
                  <a:pt x="39545" y="35571"/>
                  <a:pt x="35571" y="31597"/>
                  <a:pt x="35571" y="26678"/>
                </a:cubicBezTo>
                <a:close/>
                <a:moveTo>
                  <a:pt x="44464" y="48910"/>
                </a:moveTo>
                <a:lnTo>
                  <a:pt x="80035" y="48910"/>
                </a:lnTo>
                <a:cubicBezTo>
                  <a:pt x="84954" y="48910"/>
                  <a:pt x="88928" y="52884"/>
                  <a:pt x="88928" y="57803"/>
                </a:cubicBezTo>
                <a:cubicBezTo>
                  <a:pt x="88928" y="62722"/>
                  <a:pt x="84954" y="66696"/>
                  <a:pt x="80035" y="66696"/>
                </a:cubicBezTo>
                <a:lnTo>
                  <a:pt x="44464" y="66696"/>
                </a:lnTo>
                <a:cubicBezTo>
                  <a:pt x="39545" y="66696"/>
                  <a:pt x="35571" y="62722"/>
                  <a:pt x="35571" y="57803"/>
                </a:cubicBezTo>
                <a:cubicBezTo>
                  <a:pt x="35571" y="52884"/>
                  <a:pt x="39545" y="48910"/>
                  <a:pt x="44464" y="48910"/>
                </a:cubicBezTo>
                <a:close/>
                <a:moveTo>
                  <a:pt x="44464" y="80035"/>
                </a:moveTo>
                <a:lnTo>
                  <a:pt x="115606" y="80035"/>
                </a:lnTo>
                <a:cubicBezTo>
                  <a:pt x="120525" y="80035"/>
                  <a:pt x="124499" y="84009"/>
                  <a:pt x="124499" y="88928"/>
                </a:cubicBezTo>
                <a:cubicBezTo>
                  <a:pt x="124499" y="93847"/>
                  <a:pt x="120525" y="97821"/>
                  <a:pt x="115606" y="97821"/>
                </a:cubicBezTo>
                <a:lnTo>
                  <a:pt x="44464" y="97821"/>
                </a:lnTo>
                <a:cubicBezTo>
                  <a:pt x="39545" y="97821"/>
                  <a:pt x="35571" y="93847"/>
                  <a:pt x="35571" y="88928"/>
                </a:cubicBezTo>
                <a:cubicBezTo>
                  <a:pt x="35571" y="84009"/>
                  <a:pt x="39545" y="80035"/>
                  <a:pt x="44464" y="8003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65" name="Text 76"/>
          <p:cNvSpPr/>
          <p:nvPr/>
        </p:nvSpPr>
        <p:spPr>
          <a:xfrm>
            <a:off x="9057851" y="4595791"/>
            <a:ext cx="1173847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Analytics &amp; Other</a:t>
            </a:r>
            <a:endParaRPr lang="en-US" sz="1600" dirty="0"/>
          </a:p>
        </p:txBody>
      </p:sp>
      <p:sp>
        <p:nvSpPr>
          <p:cNvPr id="166" name="Text 77"/>
          <p:cNvSpPr/>
          <p:nvPr/>
        </p:nvSpPr>
        <p:spPr>
          <a:xfrm>
            <a:off x="8808853" y="4880360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/stats - Usage stats</a:t>
            </a:r>
            <a:endParaRPr lang="en-US" sz="1600" dirty="0"/>
          </a:p>
        </p:txBody>
      </p:sp>
      <p:sp>
        <p:nvSpPr>
          <p:cNvPr id="167" name="Text 78"/>
          <p:cNvSpPr/>
          <p:nvPr/>
        </p:nvSpPr>
        <p:spPr>
          <a:xfrm>
            <a:off x="8808853" y="5129358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/search - Search</a:t>
            </a:r>
            <a:endParaRPr lang="en-US" sz="1600" dirty="0"/>
          </a:p>
        </p:txBody>
      </p:sp>
      <p:sp>
        <p:nvSpPr>
          <p:cNvPr id="168" name="Text 79"/>
          <p:cNvSpPr/>
          <p:nvPr/>
        </p:nvSpPr>
        <p:spPr>
          <a:xfrm>
            <a:off x="8808853" y="5378355"/>
            <a:ext cx="283679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/history - Last 5 msgs</a:t>
            </a:r>
            <a:endParaRPr lang="en-US" sz="1600" dirty="0"/>
          </a:p>
        </p:txBody>
      </p:sp>
      <p:sp>
        <p:nvSpPr>
          <p:cNvPr id="169" name="Shape 80"/>
          <p:cNvSpPr/>
          <p:nvPr/>
        </p:nvSpPr>
        <p:spPr>
          <a:xfrm>
            <a:off x="6683813" y="6057764"/>
            <a:ext cx="1358817" cy="647394"/>
          </a:xfrm>
          <a:custGeom>
            <a:avLst/>
            <a:gdLst/>
            <a:ahLst/>
            <a:cxnLst/>
            <a:rect l="l" t="t" r="r" b="b"/>
            <a:pathLst>
              <a:path w="1358817" h="647394">
                <a:moveTo>
                  <a:pt x="71142" y="0"/>
                </a:moveTo>
                <a:lnTo>
                  <a:pt x="1287674" y="0"/>
                </a:lnTo>
                <a:cubicBezTo>
                  <a:pt x="1326965" y="0"/>
                  <a:pt x="1358817" y="31851"/>
                  <a:pt x="1358817" y="71142"/>
                </a:cubicBezTo>
                <a:lnTo>
                  <a:pt x="1358817" y="576252"/>
                </a:lnTo>
                <a:cubicBezTo>
                  <a:pt x="1358817" y="615543"/>
                  <a:pt x="1326965" y="647394"/>
                  <a:pt x="1287674" y="647394"/>
                </a:cubicBezTo>
                <a:lnTo>
                  <a:pt x="71142" y="647394"/>
                </a:lnTo>
                <a:cubicBezTo>
                  <a:pt x="31851" y="647394"/>
                  <a:pt x="0" y="615543"/>
                  <a:pt x="0" y="576252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Text 81"/>
          <p:cNvSpPr/>
          <p:nvPr/>
        </p:nvSpPr>
        <p:spPr>
          <a:xfrm>
            <a:off x="6776298" y="6132461"/>
            <a:ext cx="1173847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20+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71" name="Text 82"/>
          <p:cNvSpPr/>
          <p:nvPr/>
        </p:nvSpPr>
        <p:spPr>
          <a:xfrm>
            <a:off x="6794083" y="6416917"/>
            <a:ext cx="1138276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Total Commands</a:t>
            </a:r>
            <a:endParaRPr lang="en-US" sz="1600" dirty="0"/>
          </a:p>
        </p:txBody>
      </p:sp>
      <p:sp>
        <p:nvSpPr>
          <p:cNvPr id="173" name="Text 84"/>
          <p:cNvSpPr/>
          <p:nvPr/>
        </p:nvSpPr>
        <p:spPr>
          <a:xfrm>
            <a:off x="8252166" y="6132461"/>
            <a:ext cx="1236096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10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74" name="Text 85"/>
          <p:cNvSpPr/>
          <p:nvPr/>
        </p:nvSpPr>
        <p:spPr>
          <a:xfrm>
            <a:off x="8269951" y="6416917"/>
            <a:ext cx="1200525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Message Memory</a:t>
            </a:r>
            <a:endParaRPr lang="en-US" sz="1600" dirty="0"/>
          </a:p>
        </p:txBody>
      </p:sp>
      <p:sp>
        <p:nvSpPr>
          <p:cNvPr id="175" name="Shape 86"/>
          <p:cNvSpPr/>
          <p:nvPr/>
        </p:nvSpPr>
        <p:spPr>
          <a:xfrm>
            <a:off x="9692685" y="6057764"/>
            <a:ext cx="923070" cy="647394"/>
          </a:xfrm>
          <a:custGeom>
            <a:avLst/>
            <a:gdLst/>
            <a:ahLst/>
            <a:cxnLst/>
            <a:rect l="l" t="t" r="r" b="b"/>
            <a:pathLst>
              <a:path w="923070" h="647394">
                <a:moveTo>
                  <a:pt x="71142" y="0"/>
                </a:moveTo>
                <a:lnTo>
                  <a:pt x="851928" y="0"/>
                </a:lnTo>
                <a:cubicBezTo>
                  <a:pt x="891219" y="0"/>
                  <a:pt x="923070" y="31851"/>
                  <a:pt x="923070" y="71142"/>
                </a:cubicBezTo>
                <a:lnTo>
                  <a:pt x="923070" y="576252"/>
                </a:lnTo>
                <a:cubicBezTo>
                  <a:pt x="923070" y="615543"/>
                  <a:pt x="891219" y="647394"/>
                  <a:pt x="851928" y="647394"/>
                </a:cubicBezTo>
                <a:lnTo>
                  <a:pt x="71142" y="647394"/>
                </a:lnTo>
                <a:cubicBezTo>
                  <a:pt x="31851" y="647394"/>
                  <a:pt x="0" y="615543"/>
                  <a:pt x="0" y="576252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21252A"/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Text 87"/>
          <p:cNvSpPr/>
          <p:nvPr/>
        </p:nvSpPr>
        <p:spPr>
          <a:xfrm>
            <a:off x="9785169" y="6132461"/>
            <a:ext cx="738101" cy="2845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0.5s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77" name="Text 88"/>
          <p:cNvSpPr/>
          <p:nvPr/>
        </p:nvSpPr>
        <p:spPr>
          <a:xfrm>
            <a:off x="9802955" y="6416917"/>
            <a:ext cx="702530" cy="2134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Rate Limit</a:t>
            </a:r>
            <a:endParaRPr lang="en-US" sz="1600" dirty="0"/>
          </a:p>
        </p:txBody>
      </p:sp>
      <p:sp>
        <p:nvSpPr>
          <p:cNvPr id="179" name="Shape 29"/>
          <p:cNvSpPr/>
          <p:nvPr/>
        </p:nvSpPr>
        <p:spPr>
          <a:xfrm>
            <a:off x="555781" y="3710629"/>
            <a:ext cx="136710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80" name="Text 30"/>
          <p:cNvSpPr/>
          <p:nvPr/>
        </p:nvSpPr>
        <p:spPr>
          <a:xfrm>
            <a:off x="727429" y="3670941"/>
            <a:ext cx="452324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API Integration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81" name="Text 31"/>
          <p:cNvSpPr/>
          <p:nvPr/>
        </p:nvSpPr>
        <p:spPr>
          <a:xfrm>
            <a:off x="544867" y="4013843"/>
            <a:ext cx="4655569" cy="158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import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urllib.request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import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json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def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call_groq_api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(messages, model=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"llama-3.1-8b-instant"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): </a:t>
            </a:r>
            <a:r>
              <a:rPr lang="en-US" sz="875" dirty="0">
                <a:solidFill>
                  <a:srgbClr val="788A9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"""Call Groq AI API for chat completion"""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url =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"https://api.groq.com/openai/v1/chat/completions"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data = {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"model"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model,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"messages"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messages,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"temperature"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0.7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"max_tokens"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1024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} req = urllib.request.Request( url, data=json.dumps(data).encode(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'utf-8'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), headers={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"Content-Type"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"application/json"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"Authorization"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f"Bearer {GROQ_API_KEY}"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75" dirty="0">
                <a:solidFill>
                  <a:srgbClr val="788A9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Critical: User-Agent required for Cloudflare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"User-Agent"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"python-urllib/groq-api-client"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}, method=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"POST"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)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with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urllib.request.urlopen(req, timeout=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as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response: </a:t>
            </a:r>
            <a:r>
              <a:rPr lang="en-US" sz="875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json.loads(response.read().decode(</a:t>
            </a:r>
            <a:r>
              <a:rPr lang="en-US" sz="875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'utf-8'</a:t>
            </a: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182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2"/>
          <p:cNvSpPr/>
          <p:nvPr/>
        </p:nvSpPr>
        <p:spPr>
          <a:xfrm>
            <a:off x="323850" y="4678941"/>
            <a:ext cx="5705475" cy="1676832"/>
          </a:xfrm>
          <a:custGeom>
            <a:avLst/>
            <a:gdLst/>
            <a:ahLst/>
            <a:cxnLst/>
            <a:rect l="l" t="t" r="r" b="b"/>
            <a:pathLst>
              <a:path w="5705475" h="467360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4578352"/>
                </a:lnTo>
                <a:cubicBezTo>
                  <a:pt x="5705475" y="4630956"/>
                  <a:pt x="5662831" y="4673600"/>
                  <a:pt x="5610227" y="4673600"/>
                </a:cubicBezTo>
                <a:lnTo>
                  <a:pt x="95248" y="4673600"/>
                </a:lnTo>
                <a:cubicBezTo>
                  <a:pt x="42644" y="4673600"/>
                  <a:pt x="0" y="4630956"/>
                  <a:pt x="0" y="45783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44"/>
          <p:cNvSpPr/>
          <p:nvPr/>
        </p:nvSpPr>
        <p:spPr>
          <a:xfrm>
            <a:off x="6162675" y="987425"/>
            <a:ext cx="5705475" cy="5368348"/>
          </a:xfrm>
          <a:custGeom>
            <a:avLst/>
            <a:gdLst/>
            <a:ahLst/>
            <a:cxnLst/>
            <a:rect l="l" t="t" r="r" b="b"/>
            <a:pathLst>
              <a:path w="5705475" h="4959350">
                <a:moveTo>
                  <a:pt x="95269" y="0"/>
                </a:moveTo>
                <a:lnTo>
                  <a:pt x="5610206" y="0"/>
                </a:lnTo>
                <a:cubicBezTo>
                  <a:pt x="5662822" y="0"/>
                  <a:pt x="5705475" y="42653"/>
                  <a:pt x="5705475" y="95269"/>
                </a:cubicBezTo>
                <a:lnTo>
                  <a:pt x="5705475" y="4864081"/>
                </a:lnTo>
                <a:cubicBezTo>
                  <a:pt x="5705475" y="4916697"/>
                  <a:pt x="5662822" y="4959350"/>
                  <a:pt x="5610206" y="4959350"/>
                </a:cubicBezTo>
                <a:lnTo>
                  <a:pt x="95269" y="4959350"/>
                </a:lnTo>
                <a:cubicBezTo>
                  <a:pt x="42653" y="4959350"/>
                  <a:pt x="0" y="4916697"/>
                  <a:pt x="0" y="4864081"/>
                </a:cubicBezTo>
                <a:lnTo>
                  <a:pt x="0" y="95269"/>
                </a:lnTo>
                <a:cubicBezTo>
                  <a:pt x="0" y="42689"/>
                  <a:pt x="42689" y="0"/>
                  <a:pt x="95269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8A265"/>
                </a:solidFill>
                <a:latin typeface="Quattrocento Sans" panose="020B0502050000020003" pitchFamily="34" charset="0"/>
              </a:rPr>
              <a:t>SECURITY</a:t>
            </a:r>
            <a:r>
              <a:rPr lang="en-US" sz="1000" b="1" kern="0" spc="50" dirty="0">
                <a:solidFill>
                  <a:srgbClr val="4DB6AC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1000" b="1" kern="0" spc="50" dirty="0">
                <a:solidFill>
                  <a:srgbClr val="C8A265"/>
                </a:solidFill>
                <a:latin typeface="Quattrocento Sans" panose="020B0502050000020003" pitchFamily="34" charset="0"/>
              </a:rPr>
              <a:t>ARCHITECTURE &amp; INFRASTRUCTURE AS CODE</a:t>
            </a:r>
          </a:p>
        </p:txBody>
      </p:sp>
      <p:sp>
        <p:nvSpPr>
          <p:cNvPr id="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anose="02000503030000020004" charset="0"/>
              </a:rPr>
              <a:t>Security &amp; Terraform </a:t>
            </a:r>
            <a:r>
              <a:rPr lang="en-US" sz="2250" b="1" dirty="0" err="1">
                <a:solidFill>
                  <a:srgbClr val="E0E2E5"/>
                </a:solidFill>
                <a:latin typeface="Liter" panose="02000503030000020004" charset="0"/>
              </a:rPr>
              <a:t>IaC</a:t>
            </a:r>
            <a:endParaRPr lang="en-US" sz="2250" b="1" dirty="0">
              <a:solidFill>
                <a:srgbClr val="E0E2E5"/>
              </a:solidFill>
              <a:latin typeface="Liter" panose="02000503030000020004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320675" y="987425"/>
            <a:ext cx="5705475" cy="3482975"/>
          </a:xfrm>
          <a:custGeom>
            <a:avLst/>
            <a:gdLst/>
            <a:ahLst/>
            <a:cxnLst/>
            <a:rect l="l" t="t" r="r" b="b"/>
            <a:pathLst>
              <a:path w="5705475" h="467360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4578352"/>
                </a:lnTo>
                <a:cubicBezTo>
                  <a:pt x="5705475" y="4630956"/>
                  <a:pt x="5662831" y="4673600"/>
                  <a:pt x="5610227" y="4673600"/>
                </a:cubicBezTo>
                <a:lnTo>
                  <a:pt x="95248" y="4673600"/>
                </a:lnTo>
                <a:cubicBezTo>
                  <a:pt x="42644" y="4673600"/>
                  <a:pt x="0" y="4630956"/>
                  <a:pt x="0" y="45783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470694" y="11493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649287" y="1117602"/>
            <a:ext cx="532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Security Implementation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450850" y="1435102"/>
            <a:ext cx="5445125" cy="1079500"/>
          </a:xfrm>
          <a:custGeom>
            <a:avLst/>
            <a:gdLst/>
            <a:ahLst/>
            <a:cxnLst/>
            <a:rect l="l" t="t" r="r" b="b"/>
            <a:pathLst>
              <a:path w="5445125" h="1079500">
                <a:moveTo>
                  <a:pt x="63496" y="0"/>
                </a:moveTo>
                <a:lnTo>
                  <a:pt x="5381629" y="0"/>
                </a:lnTo>
                <a:cubicBezTo>
                  <a:pt x="5416697" y="0"/>
                  <a:pt x="5445125" y="28428"/>
                  <a:pt x="5445125" y="63496"/>
                </a:cubicBezTo>
                <a:lnTo>
                  <a:pt x="5445125" y="1016004"/>
                </a:lnTo>
                <a:cubicBezTo>
                  <a:pt x="5445125" y="1051072"/>
                  <a:pt x="5416697" y="1079500"/>
                  <a:pt x="5381629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554038" y="15621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73720" y="127000"/>
                </a:lnTo>
                <a:cubicBezTo>
                  <a:pt x="64740" y="116433"/>
                  <a:pt x="59531" y="102815"/>
                  <a:pt x="59531" y="88404"/>
                </a:cubicBezTo>
                <a:lnTo>
                  <a:pt x="59531" y="80690"/>
                </a:lnTo>
                <a:cubicBezTo>
                  <a:pt x="59531" y="78879"/>
                  <a:pt x="59779" y="77093"/>
                  <a:pt x="60251" y="75406"/>
                </a:cubicBezTo>
                <a:lnTo>
                  <a:pt x="48196" y="75406"/>
                </a:lnTo>
                <a:close/>
                <a:moveTo>
                  <a:pt x="110455" y="121171"/>
                </a:moveTo>
                <a:lnTo>
                  <a:pt x="107156" y="122734"/>
                </a:lnTo>
                <a:lnTo>
                  <a:pt x="107156" y="76076"/>
                </a:lnTo>
                <a:lnTo>
                  <a:pt x="130969" y="84013"/>
                </a:lnTo>
                <a:lnTo>
                  <a:pt x="130969" y="88875"/>
                </a:lnTo>
                <a:cubicBezTo>
                  <a:pt x="130969" y="102716"/>
                  <a:pt x="122982" y="115292"/>
                  <a:pt x="110455" y="121196"/>
                </a:cubicBezTo>
                <a:close/>
                <a:moveTo>
                  <a:pt x="104651" y="64368"/>
                </a:moveTo>
                <a:lnTo>
                  <a:pt x="76870" y="73620"/>
                </a:lnTo>
                <a:cubicBezTo>
                  <a:pt x="73620" y="74712"/>
                  <a:pt x="71438" y="77738"/>
                  <a:pt x="71438" y="81161"/>
                </a:cubicBezTo>
                <a:lnTo>
                  <a:pt x="71438" y="88875"/>
                </a:lnTo>
                <a:cubicBezTo>
                  <a:pt x="71438" y="107330"/>
                  <a:pt x="82104" y="124123"/>
                  <a:pt x="98772" y="131961"/>
                </a:cubicBezTo>
                <a:lnTo>
                  <a:pt x="103361" y="134119"/>
                </a:lnTo>
                <a:cubicBezTo>
                  <a:pt x="104552" y="134665"/>
                  <a:pt x="105842" y="134962"/>
                  <a:pt x="107131" y="134962"/>
                </a:cubicBezTo>
                <a:cubicBezTo>
                  <a:pt x="108421" y="134962"/>
                  <a:pt x="109736" y="134665"/>
                  <a:pt x="110902" y="134119"/>
                </a:cubicBezTo>
                <a:lnTo>
                  <a:pt x="115491" y="131961"/>
                </a:lnTo>
                <a:cubicBezTo>
                  <a:pt x="132209" y="124098"/>
                  <a:pt x="142875" y="107305"/>
                  <a:pt x="142875" y="88850"/>
                </a:cubicBezTo>
                <a:lnTo>
                  <a:pt x="142875" y="81136"/>
                </a:lnTo>
                <a:cubicBezTo>
                  <a:pt x="142875" y="77713"/>
                  <a:pt x="140692" y="74687"/>
                  <a:pt x="137443" y="73596"/>
                </a:cubicBezTo>
                <a:lnTo>
                  <a:pt x="109662" y="64343"/>
                </a:lnTo>
                <a:cubicBezTo>
                  <a:pt x="108024" y="63798"/>
                  <a:pt x="106263" y="63798"/>
                  <a:pt x="104651" y="6434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768350" y="1530352"/>
            <a:ext cx="1627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IAM Least-Privilege Policies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69913" y="1809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44538" y="1784352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DynamoDB: GetItem, PutItem, Query, UpdateItem, DeleteItem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69913" y="2032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44538" y="2006602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S3: GetObject, PutObject, DeleteObject, ListBucket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69913" y="2254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744538" y="2228852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CloudWatch: CreateLogGroup, PutLogEvents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50850" y="2578102"/>
            <a:ext cx="5445125" cy="857250"/>
          </a:xfrm>
          <a:custGeom>
            <a:avLst/>
            <a:gdLst/>
            <a:ahLst/>
            <a:cxnLst/>
            <a:rect l="l" t="t" r="r" b="b"/>
            <a:pathLst>
              <a:path w="5445125" h="857250">
                <a:moveTo>
                  <a:pt x="63497" y="0"/>
                </a:moveTo>
                <a:lnTo>
                  <a:pt x="5381628" y="0"/>
                </a:lnTo>
                <a:cubicBezTo>
                  <a:pt x="5416697" y="0"/>
                  <a:pt x="5445125" y="28428"/>
                  <a:pt x="5445125" y="63497"/>
                </a:cubicBezTo>
                <a:lnTo>
                  <a:pt x="5445125" y="793753"/>
                </a:lnTo>
                <a:cubicBezTo>
                  <a:pt x="5445125" y="828822"/>
                  <a:pt x="5416697" y="857250"/>
                  <a:pt x="5381628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61975" y="27051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3344" y="87313"/>
                </a:moveTo>
                <a:cubicBezTo>
                  <a:pt x="107454" y="87313"/>
                  <a:pt x="127000" y="67766"/>
                  <a:pt x="127000" y="43656"/>
                </a:cubicBezTo>
                <a:cubicBezTo>
                  <a:pt x="127000" y="19546"/>
                  <a:pt x="107454" y="0"/>
                  <a:pt x="83344" y="0"/>
                </a:cubicBezTo>
                <a:cubicBezTo>
                  <a:pt x="59234" y="0"/>
                  <a:pt x="39688" y="19546"/>
                  <a:pt x="39688" y="43656"/>
                </a:cubicBezTo>
                <a:cubicBezTo>
                  <a:pt x="39688" y="48295"/>
                  <a:pt x="40407" y="52784"/>
                  <a:pt x="41746" y="56976"/>
                </a:cubicBezTo>
                <a:lnTo>
                  <a:pt x="1736" y="96986"/>
                </a:lnTo>
                <a:cubicBezTo>
                  <a:pt x="620" y="98103"/>
                  <a:pt x="0" y="99616"/>
                  <a:pt x="0" y="101203"/>
                </a:cubicBezTo>
                <a:lnTo>
                  <a:pt x="0" y="121047"/>
                </a:lnTo>
                <a:cubicBezTo>
                  <a:pt x="0" y="124346"/>
                  <a:pt x="2654" y="127000"/>
                  <a:pt x="5953" y="127000"/>
                </a:cubicBezTo>
                <a:lnTo>
                  <a:pt x="25797" y="127000"/>
                </a:lnTo>
                <a:cubicBezTo>
                  <a:pt x="29096" y="127000"/>
                  <a:pt x="31750" y="124346"/>
                  <a:pt x="31750" y="121047"/>
                </a:cubicBezTo>
                <a:lnTo>
                  <a:pt x="31750" y="111125"/>
                </a:lnTo>
                <a:lnTo>
                  <a:pt x="41672" y="111125"/>
                </a:lnTo>
                <a:cubicBezTo>
                  <a:pt x="44971" y="111125"/>
                  <a:pt x="47625" y="108471"/>
                  <a:pt x="47625" y="105172"/>
                </a:cubicBezTo>
                <a:lnTo>
                  <a:pt x="47625" y="95250"/>
                </a:lnTo>
                <a:lnTo>
                  <a:pt x="57547" y="95250"/>
                </a:lnTo>
                <a:cubicBezTo>
                  <a:pt x="59134" y="95250"/>
                  <a:pt x="60647" y="94630"/>
                  <a:pt x="61764" y="93514"/>
                </a:cubicBezTo>
                <a:lnTo>
                  <a:pt x="70024" y="85254"/>
                </a:lnTo>
                <a:cubicBezTo>
                  <a:pt x="74216" y="86593"/>
                  <a:pt x="78705" y="87313"/>
                  <a:pt x="83344" y="87313"/>
                </a:cubicBezTo>
                <a:close/>
                <a:moveTo>
                  <a:pt x="93266" y="23812"/>
                </a:moveTo>
                <a:cubicBezTo>
                  <a:pt x="98742" y="23812"/>
                  <a:pt x="103188" y="28258"/>
                  <a:pt x="103188" y="33734"/>
                </a:cubicBezTo>
                <a:cubicBezTo>
                  <a:pt x="103188" y="39210"/>
                  <a:pt x="98742" y="43656"/>
                  <a:pt x="93266" y="43656"/>
                </a:cubicBezTo>
                <a:cubicBezTo>
                  <a:pt x="87790" y="43656"/>
                  <a:pt x="83344" y="39210"/>
                  <a:pt x="83344" y="33734"/>
                </a:cubicBezTo>
                <a:cubicBezTo>
                  <a:pt x="83344" y="28258"/>
                  <a:pt x="87790" y="23812"/>
                  <a:pt x="93266" y="23812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68350" y="2673352"/>
            <a:ext cx="1262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Secrets Management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46100" y="2927352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Current:</a:t>
            </a: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Environment Variables (encrypted at rest)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46100" y="3149602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Production:</a:t>
            </a: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AWS Secrets Manager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50850" y="3498852"/>
            <a:ext cx="5445125" cy="889000"/>
          </a:xfrm>
          <a:custGeom>
            <a:avLst/>
            <a:gdLst/>
            <a:ahLst/>
            <a:cxnLst/>
            <a:rect l="l" t="t" r="r" b="b"/>
            <a:pathLst>
              <a:path w="5445125" h="8890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825499"/>
                </a:lnTo>
                <a:cubicBezTo>
                  <a:pt x="5445125" y="860570"/>
                  <a:pt x="5416695" y="889000"/>
                  <a:pt x="538162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577850" y="362585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768350" y="3594102"/>
            <a:ext cx="1127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Additional Security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69913" y="3873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724694" y="3848102"/>
            <a:ext cx="2480469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S3 SSE-S3 encryption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3230563" y="3873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385344" y="3848102"/>
            <a:ext cx="2480469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69913" y="4127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724694" y="4102102"/>
            <a:ext cx="2480469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SSL/TLS termination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3230563" y="4127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3385344" y="4102102"/>
            <a:ext cx="2480469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Rate limiting (0.5s)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425450" y="4835525"/>
            <a:ext cx="5580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Environment Variables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25450" y="5121275"/>
            <a:ext cx="2722563" cy="508000"/>
          </a:xfrm>
          <a:custGeom>
            <a:avLst/>
            <a:gdLst/>
            <a:ahLst/>
            <a:cxnLst/>
            <a:rect l="l" t="t" r="r" b="b"/>
            <a:pathLst>
              <a:path w="2722563" h="508000">
                <a:moveTo>
                  <a:pt x="31750" y="0"/>
                </a:moveTo>
                <a:lnTo>
                  <a:pt x="2690813" y="0"/>
                </a:lnTo>
                <a:cubicBezTo>
                  <a:pt x="2708336" y="0"/>
                  <a:pt x="2722563" y="14227"/>
                  <a:pt x="2722563" y="31750"/>
                </a:cubicBezTo>
                <a:lnTo>
                  <a:pt x="2722563" y="476250"/>
                </a:lnTo>
                <a:cubicBezTo>
                  <a:pt x="2722563" y="493773"/>
                  <a:pt x="2708336" y="508000"/>
                  <a:pt x="2690813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488950" y="51847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TELEGRAM_BOT_TOKEN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38" name="Text 34"/>
          <p:cNvSpPr/>
          <p:nvPr/>
        </p:nvSpPr>
        <p:spPr>
          <a:xfrm>
            <a:off x="488950" y="53752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Bot authentication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3213100" y="5121275"/>
            <a:ext cx="2722563" cy="508000"/>
          </a:xfrm>
          <a:custGeom>
            <a:avLst/>
            <a:gdLst/>
            <a:ahLst/>
            <a:cxnLst/>
            <a:rect l="l" t="t" r="r" b="b"/>
            <a:pathLst>
              <a:path w="2722563" h="508000">
                <a:moveTo>
                  <a:pt x="31750" y="0"/>
                </a:moveTo>
                <a:lnTo>
                  <a:pt x="2690813" y="0"/>
                </a:lnTo>
                <a:cubicBezTo>
                  <a:pt x="2708336" y="0"/>
                  <a:pt x="2722563" y="14227"/>
                  <a:pt x="2722563" y="31750"/>
                </a:cubicBezTo>
                <a:lnTo>
                  <a:pt x="2722563" y="476250"/>
                </a:lnTo>
                <a:cubicBezTo>
                  <a:pt x="2722563" y="493773"/>
                  <a:pt x="2708336" y="508000"/>
                  <a:pt x="2690813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3276600" y="51847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GROQ_API_KEY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1" name="Text 37"/>
          <p:cNvSpPr/>
          <p:nvPr/>
        </p:nvSpPr>
        <p:spPr>
          <a:xfrm>
            <a:off x="3276600" y="53752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AI API access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425450" y="5692775"/>
            <a:ext cx="2722563" cy="508000"/>
          </a:xfrm>
          <a:custGeom>
            <a:avLst/>
            <a:gdLst/>
            <a:ahLst/>
            <a:cxnLst/>
            <a:rect l="l" t="t" r="r" b="b"/>
            <a:pathLst>
              <a:path w="2722563" h="508000">
                <a:moveTo>
                  <a:pt x="31750" y="0"/>
                </a:moveTo>
                <a:lnTo>
                  <a:pt x="2690813" y="0"/>
                </a:lnTo>
                <a:cubicBezTo>
                  <a:pt x="2708336" y="0"/>
                  <a:pt x="2722563" y="14227"/>
                  <a:pt x="2722563" y="31750"/>
                </a:cubicBezTo>
                <a:lnTo>
                  <a:pt x="2722563" y="476250"/>
                </a:lnTo>
                <a:cubicBezTo>
                  <a:pt x="2722563" y="493773"/>
                  <a:pt x="2708336" y="508000"/>
                  <a:pt x="2690813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/>
          <p:nvPr/>
        </p:nvSpPr>
        <p:spPr>
          <a:xfrm>
            <a:off x="488950" y="57562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DDB_TABLE_NAME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4" name="Text 40"/>
          <p:cNvSpPr/>
          <p:nvPr/>
        </p:nvSpPr>
        <p:spPr>
          <a:xfrm>
            <a:off x="488950" y="59467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DynamoDB table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3213100" y="5692775"/>
            <a:ext cx="2722563" cy="508000"/>
          </a:xfrm>
          <a:custGeom>
            <a:avLst/>
            <a:gdLst/>
            <a:ahLst/>
            <a:cxnLst/>
            <a:rect l="l" t="t" r="r" b="b"/>
            <a:pathLst>
              <a:path w="2722563" h="508000">
                <a:moveTo>
                  <a:pt x="31750" y="0"/>
                </a:moveTo>
                <a:lnTo>
                  <a:pt x="2690813" y="0"/>
                </a:lnTo>
                <a:cubicBezTo>
                  <a:pt x="2708336" y="0"/>
                  <a:pt x="2722563" y="14227"/>
                  <a:pt x="2722563" y="31750"/>
                </a:cubicBezTo>
                <a:lnTo>
                  <a:pt x="2722563" y="476250"/>
                </a:lnTo>
                <a:cubicBezTo>
                  <a:pt x="2722563" y="493773"/>
                  <a:pt x="2708336" y="508000"/>
                  <a:pt x="2690813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76600" y="57562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S3_BUCKET_NAME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7" name="Text 43"/>
          <p:cNvSpPr/>
          <p:nvPr/>
        </p:nvSpPr>
        <p:spPr>
          <a:xfrm>
            <a:off x="3276600" y="5946775"/>
            <a:ext cx="2659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Storage bucket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36506" y="10255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8057" y="-403"/>
                </a:moveTo>
                <a:cubicBezTo>
                  <a:pt x="82693" y="-3504"/>
                  <a:pt x="76057" y="-3504"/>
                  <a:pt x="70693" y="-403"/>
                </a:cubicBezTo>
                <a:lnTo>
                  <a:pt x="44586" y="14666"/>
                </a:lnTo>
                <a:cubicBezTo>
                  <a:pt x="39222" y="17766"/>
                  <a:pt x="35905" y="23502"/>
                  <a:pt x="35905" y="29704"/>
                </a:cubicBezTo>
                <a:lnTo>
                  <a:pt x="35905" y="61299"/>
                </a:lnTo>
                <a:lnTo>
                  <a:pt x="8527" y="77112"/>
                </a:lnTo>
                <a:cubicBezTo>
                  <a:pt x="3163" y="80212"/>
                  <a:pt x="-155" y="85948"/>
                  <a:pt x="-155" y="92149"/>
                </a:cubicBezTo>
                <a:lnTo>
                  <a:pt x="-155" y="122318"/>
                </a:lnTo>
                <a:cubicBezTo>
                  <a:pt x="-155" y="128519"/>
                  <a:pt x="3163" y="134255"/>
                  <a:pt x="8527" y="137356"/>
                </a:cubicBezTo>
                <a:lnTo>
                  <a:pt x="34665" y="152425"/>
                </a:lnTo>
                <a:cubicBezTo>
                  <a:pt x="40029" y="155525"/>
                  <a:pt x="46664" y="155525"/>
                  <a:pt x="52028" y="152425"/>
                </a:cubicBezTo>
                <a:lnTo>
                  <a:pt x="79406" y="136612"/>
                </a:lnTo>
                <a:lnTo>
                  <a:pt x="106784" y="152425"/>
                </a:lnTo>
                <a:cubicBezTo>
                  <a:pt x="112148" y="155525"/>
                  <a:pt x="118783" y="155525"/>
                  <a:pt x="124147" y="152425"/>
                </a:cubicBezTo>
                <a:lnTo>
                  <a:pt x="150223" y="137356"/>
                </a:lnTo>
                <a:cubicBezTo>
                  <a:pt x="155587" y="134255"/>
                  <a:pt x="158905" y="128519"/>
                  <a:pt x="158905" y="122318"/>
                </a:cubicBezTo>
                <a:lnTo>
                  <a:pt x="158905" y="92149"/>
                </a:lnTo>
                <a:cubicBezTo>
                  <a:pt x="158905" y="85948"/>
                  <a:pt x="155587" y="80212"/>
                  <a:pt x="150223" y="77112"/>
                </a:cubicBezTo>
                <a:lnTo>
                  <a:pt x="122845" y="61299"/>
                </a:lnTo>
                <a:lnTo>
                  <a:pt x="122845" y="29704"/>
                </a:lnTo>
                <a:cubicBezTo>
                  <a:pt x="122845" y="23502"/>
                  <a:pt x="119528" y="17766"/>
                  <a:pt x="114164" y="14666"/>
                </a:cubicBezTo>
                <a:lnTo>
                  <a:pt x="88057" y="-403"/>
                </a:lnTo>
                <a:close/>
                <a:moveTo>
                  <a:pt x="71934" y="90723"/>
                </a:moveTo>
                <a:lnTo>
                  <a:pt x="71934" y="123744"/>
                </a:lnTo>
                <a:lnTo>
                  <a:pt x="44555" y="139557"/>
                </a:lnTo>
                <a:cubicBezTo>
                  <a:pt x="44183" y="139774"/>
                  <a:pt x="43749" y="139898"/>
                  <a:pt x="43315" y="139898"/>
                </a:cubicBezTo>
                <a:lnTo>
                  <a:pt x="43315" y="107249"/>
                </a:lnTo>
                <a:lnTo>
                  <a:pt x="71934" y="90723"/>
                </a:lnTo>
                <a:close/>
                <a:moveTo>
                  <a:pt x="143681" y="90909"/>
                </a:moveTo>
                <a:cubicBezTo>
                  <a:pt x="143898" y="91281"/>
                  <a:pt x="144022" y="91715"/>
                  <a:pt x="144022" y="92149"/>
                </a:cubicBezTo>
                <a:lnTo>
                  <a:pt x="144022" y="122318"/>
                </a:lnTo>
                <a:cubicBezTo>
                  <a:pt x="144022" y="123217"/>
                  <a:pt x="143557" y="124023"/>
                  <a:pt x="142782" y="124458"/>
                </a:cubicBezTo>
                <a:lnTo>
                  <a:pt x="116644" y="139526"/>
                </a:lnTo>
                <a:cubicBezTo>
                  <a:pt x="116272" y="139743"/>
                  <a:pt x="115838" y="139867"/>
                  <a:pt x="115404" y="139867"/>
                </a:cubicBezTo>
                <a:lnTo>
                  <a:pt x="115404" y="107218"/>
                </a:lnTo>
                <a:lnTo>
                  <a:pt x="143681" y="90909"/>
                </a:lnTo>
                <a:close/>
                <a:moveTo>
                  <a:pt x="107993" y="29704"/>
                </a:moveTo>
                <a:lnTo>
                  <a:pt x="107993" y="61299"/>
                </a:lnTo>
                <a:lnTo>
                  <a:pt x="79375" y="77825"/>
                </a:lnTo>
                <a:lnTo>
                  <a:pt x="79375" y="44803"/>
                </a:lnTo>
                <a:lnTo>
                  <a:pt x="107652" y="28494"/>
                </a:lnTo>
                <a:cubicBezTo>
                  <a:pt x="107869" y="28866"/>
                  <a:pt x="107993" y="29301"/>
                  <a:pt x="107993" y="2973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6515099" y="993775"/>
            <a:ext cx="532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Terraform: IaC Implementation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292850" y="1435102"/>
            <a:ext cx="5445125" cy="1936750"/>
          </a:xfrm>
          <a:custGeom>
            <a:avLst/>
            <a:gdLst/>
            <a:ahLst/>
            <a:cxnLst/>
            <a:rect l="l" t="t" r="r" b="b"/>
            <a:pathLst>
              <a:path w="5445125" h="1936750">
                <a:moveTo>
                  <a:pt x="63506" y="0"/>
                </a:moveTo>
                <a:lnTo>
                  <a:pt x="5381619" y="0"/>
                </a:lnTo>
                <a:cubicBezTo>
                  <a:pt x="5416692" y="0"/>
                  <a:pt x="5445125" y="28433"/>
                  <a:pt x="5445125" y="63506"/>
                </a:cubicBezTo>
                <a:lnTo>
                  <a:pt x="5445125" y="1873244"/>
                </a:lnTo>
                <a:cubicBezTo>
                  <a:pt x="5445125" y="1908317"/>
                  <a:pt x="5416692" y="1936750"/>
                  <a:pt x="5381619" y="1936750"/>
                </a:cubicBezTo>
                <a:lnTo>
                  <a:pt x="63506" y="1936750"/>
                </a:lnTo>
                <a:cubicBezTo>
                  <a:pt x="28433" y="1936750"/>
                  <a:pt x="0" y="1908317"/>
                  <a:pt x="0" y="1873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6411912" y="1406525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Project Structure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52" name="Text 49"/>
          <p:cNvSpPr/>
          <p:nvPr/>
        </p:nvSpPr>
        <p:spPr>
          <a:xfrm>
            <a:off x="6411912" y="1628775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telegram-bot-aws/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475412" y="1819275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├── </a:t>
            </a: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terraform/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54" name="Text 51"/>
          <p:cNvSpPr/>
          <p:nvPr/>
        </p:nvSpPr>
        <p:spPr>
          <a:xfrm>
            <a:off x="6538912" y="2009775"/>
            <a:ext cx="519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├── main.tf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538912" y="2200275"/>
            <a:ext cx="519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├── variables.tf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538912" y="2390775"/>
            <a:ext cx="519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└── outputs.tf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475412" y="2581275"/>
            <a:ext cx="5254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├── </a:t>
            </a: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lambda/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58" name="Text 55"/>
          <p:cNvSpPr/>
          <p:nvPr/>
        </p:nvSpPr>
        <p:spPr>
          <a:xfrm>
            <a:off x="6538912" y="2771775"/>
            <a:ext cx="519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├── handler.py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538912" y="2962275"/>
            <a:ext cx="519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└── requirements.txt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257925" y="3403023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1" name="Shape 58"/>
          <p:cNvSpPr/>
          <p:nvPr/>
        </p:nvSpPr>
        <p:spPr>
          <a:xfrm>
            <a:off x="6403974" y="34385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7" name="Text 59"/>
          <p:cNvSpPr/>
          <p:nvPr/>
        </p:nvSpPr>
        <p:spPr>
          <a:xfrm>
            <a:off x="6602412" y="3406775"/>
            <a:ext cx="968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Lambda Module</a:t>
            </a:r>
            <a:endParaRPr lang="en-US" sz="1600" dirty="0"/>
          </a:p>
        </p:txBody>
      </p:sp>
      <p:sp>
        <p:nvSpPr>
          <p:cNvPr id="148" name="Text 60"/>
          <p:cNvSpPr/>
          <p:nvPr/>
        </p:nvSpPr>
        <p:spPr>
          <a:xfrm>
            <a:off x="6380162" y="362902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Function, IAM role, deployment package</a:t>
            </a:r>
            <a:endParaRPr lang="en-US" sz="1600" dirty="0"/>
          </a:p>
        </p:txBody>
      </p:sp>
      <p:sp>
        <p:nvSpPr>
          <p:cNvPr id="149" name="Shape 61"/>
          <p:cNvSpPr/>
          <p:nvPr/>
        </p:nvSpPr>
        <p:spPr>
          <a:xfrm>
            <a:off x="6257925" y="4006273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50" name="Shape 62"/>
          <p:cNvSpPr/>
          <p:nvPr/>
        </p:nvSpPr>
        <p:spPr>
          <a:xfrm>
            <a:off x="6403974" y="40417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1" name="Text 63"/>
          <p:cNvSpPr/>
          <p:nvPr/>
        </p:nvSpPr>
        <p:spPr>
          <a:xfrm>
            <a:off x="6602412" y="4010025"/>
            <a:ext cx="1150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DynamoDB Module</a:t>
            </a:r>
            <a:endParaRPr lang="en-US" sz="1600" dirty="0"/>
          </a:p>
        </p:txBody>
      </p:sp>
      <p:sp>
        <p:nvSpPr>
          <p:cNvPr id="152" name="Text 64"/>
          <p:cNvSpPr/>
          <p:nvPr/>
        </p:nvSpPr>
        <p:spPr>
          <a:xfrm>
            <a:off x="6380162" y="423227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Table, GSI, TTL configuration</a:t>
            </a:r>
            <a:endParaRPr lang="en-US" sz="1600" dirty="0"/>
          </a:p>
        </p:txBody>
      </p:sp>
      <p:sp>
        <p:nvSpPr>
          <p:cNvPr id="153" name="Shape 65"/>
          <p:cNvSpPr/>
          <p:nvPr/>
        </p:nvSpPr>
        <p:spPr>
          <a:xfrm>
            <a:off x="6257925" y="4609523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54" name="Shape 66"/>
          <p:cNvSpPr/>
          <p:nvPr/>
        </p:nvSpPr>
        <p:spPr>
          <a:xfrm>
            <a:off x="6403974" y="46450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64517"/>
                </a:lnTo>
                <a:cubicBezTo>
                  <a:pt x="4490" y="61367"/>
                  <a:pt x="9971" y="59531"/>
                  <a:pt x="15875" y="59531"/>
                </a:cubicBezTo>
                <a:lnTo>
                  <a:pt x="95250" y="59531"/>
                </a:lnTo>
                <a:cubicBezTo>
                  <a:pt x="101154" y="59531"/>
                  <a:pt x="106635" y="61367"/>
                  <a:pt x="111125" y="64517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111125" y="87313"/>
                </a:moveTo>
                <a:cubicBezTo>
                  <a:pt x="111125" y="78556"/>
                  <a:pt x="104006" y="71438"/>
                  <a:pt x="95250" y="71438"/>
                </a:cubicBezTo>
                <a:lnTo>
                  <a:pt x="15875" y="71438"/>
                </a:lnTo>
                <a:cubicBezTo>
                  <a:pt x="7119" y="71438"/>
                  <a:pt x="0" y="78556"/>
                  <a:pt x="0" y="87313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87313"/>
                </a:lnTo>
                <a:close/>
                <a:moveTo>
                  <a:pt x="55563" y="95250"/>
                </a:moveTo>
                <a:cubicBezTo>
                  <a:pt x="55563" y="90869"/>
                  <a:pt x="59119" y="87313"/>
                  <a:pt x="63500" y="87313"/>
                </a:cubicBezTo>
                <a:cubicBezTo>
                  <a:pt x="67881" y="87313"/>
                  <a:pt x="71438" y="90869"/>
                  <a:pt x="71438" y="95250"/>
                </a:cubicBezTo>
                <a:cubicBezTo>
                  <a:pt x="71438" y="99631"/>
                  <a:pt x="67881" y="103188"/>
                  <a:pt x="63500" y="103188"/>
                </a:cubicBezTo>
                <a:cubicBezTo>
                  <a:pt x="59119" y="103188"/>
                  <a:pt x="55563" y="99631"/>
                  <a:pt x="55563" y="95250"/>
                </a:cubicBezTo>
                <a:close/>
                <a:moveTo>
                  <a:pt x="87313" y="87313"/>
                </a:moveTo>
                <a:cubicBezTo>
                  <a:pt x="91693" y="87313"/>
                  <a:pt x="95250" y="90869"/>
                  <a:pt x="95250" y="95250"/>
                </a:cubicBezTo>
                <a:cubicBezTo>
                  <a:pt x="95250" y="99631"/>
                  <a:pt x="91693" y="103188"/>
                  <a:pt x="87313" y="103188"/>
                </a:cubicBezTo>
                <a:cubicBezTo>
                  <a:pt x="82932" y="103188"/>
                  <a:pt x="79375" y="99631"/>
                  <a:pt x="79375" y="95250"/>
                </a:cubicBezTo>
                <a:cubicBezTo>
                  <a:pt x="79375" y="90869"/>
                  <a:pt x="82932" y="87313"/>
                  <a:pt x="87313" y="8731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5" name="Text 67"/>
          <p:cNvSpPr/>
          <p:nvPr/>
        </p:nvSpPr>
        <p:spPr>
          <a:xfrm>
            <a:off x="6602412" y="4613275"/>
            <a:ext cx="666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S3 Module</a:t>
            </a:r>
            <a:endParaRPr lang="en-US" sz="1600" dirty="0"/>
          </a:p>
        </p:txBody>
      </p:sp>
      <p:sp>
        <p:nvSpPr>
          <p:cNvPr id="156" name="Text 68"/>
          <p:cNvSpPr/>
          <p:nvPr/>
        </p:nvSpPr>
        <p:spPr>
          <a:xfrm>
            <a:off x="6380162" y="483552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Bucket, encryption, lifecycle policies</a:t>
            </a:r>
            <a:endParaRPr lang="en-US" sz="1600" dirty="0"/>
          </a:p>
        </p:txBody>
      </p:sp>
      <p:sp>
        <p:nvSpPr>
          <p:cNvPr id="157" name="Shape 69"/>
          <p:cNvSpPr/>
          <p:nvPr/>
        </p:nvSpPr>
        <p:spPr>
          <a:xfrm>
            <a:off x="6257925" y="5212773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58" name="Shape 70"/>
          <p:cNvSpPr/>
          <p:nvPr/>
        </p:nvSpPr>
        <p:spPr>
          <a:xfrm>
            <a:off x="6396037" y="52482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9" name="Text 71"/>
          <p:cNvSpPr/>
          <p:nvPr/>
        </p:nvSpPr>
        <p:spPr>
          <a:xfrm>
            <a:off x="6602412" y="5216525"/>
            <a:ext cx="1230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API Gateway Module</a:t>
            </a:r>
            <a:endParaRPr lang="en-US" sz="1600" dirty="0"/>
          </a:p>
        </p:txBody>
      </p:sp>
      <p:sp>
        <p:nvSpPr>
          <p:cNvPr id="160" name="Text 72"/>
          <p:cNvSpPr/>
          <p:nvPr/>
        </p:nvSpPr>
        <p:spPr>
          <a:xfrm>
            <a:off x="6380162" y="543877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REST API, methods, Lambda integration</a:t>
            </a:r>
            <a:endParaRPr lang="en-US" sz="1600" dirty="0"/>
          </a:p>
        </p:txBody>
      </p:sp>
      <p:sp>
        <p:nvSpPr>
          <p:cNvPr id="181" name="Shape 69"/>
          <p:cNvSpPr/>
          <p:nvPr/>
        </p:nvSpPr>
        <p:spPr>
          <a:xfrm>
            <a:off x="6257925" y="5816023"/>
            <a:ext cx="5445125" cy="539750"/>
          </a:xfrm>
          <a:custGeom>
            <a:avLst/>
            <a:gdLst/>
            <a:ahLst/>
            <a:cxnLst/>
            <a:rect l="l" t="t" r="r" b="b"/>
            <a:pathLst>
              <a:path w="5445125" h="539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476248"/>
                </a:lnTo>
                <a:cubicBezTo>
                  <a:pt x="5445125" y="511319"/>
                  <a:pt x="5416694" y="539750"/>
                  <a:pt x="5381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86" name="Text 24"/>
          <p:cNvSpPr/>
          <p:nvPr/>
        </p:nvSpPr>
        <p:spPr>
          <a:xfrm>
            <a:off x="6602412" y="5835650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CloudWatch Module</a:t>
            </a:r>
            <a:endParaRPr lang="en-US" sz="1600" dirty="0"/>
          </a:p>
        </p:txBody>
      </p:sp>
      <p:sp>
        <p:nvSpPr>
          <p:cNvPr id="187" name="Text 26"/>
          <p:cNvSpPr/>
          <p:nvPr/>
        </p:nvSpPr>
        <p:spPr>
          <a:xfrm>
            <a:off x="6376193" y="6076950"/>
            <a:ext cx="5278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</a:rPr>
              <a:t>Log groups, metric filters, alarms</a:t>
            </a:r>
          </a:p>
        </p:txBody>
      </p:sp>
      <p:sp>
        <p:nvSpPr>
          <p:cNvPr id="188" name="Shape 25"/>
          <p:cNvSpPr/>
          <p:nvPr/>
        </p:nvSpPr>
        <p:spPr>
          <a:xfrm>
            <a:off x="6409603" y="58867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90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</a:rPr>
              <a:t>10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CONVERSATIONAL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AI Conversation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33375" y="1143000"/>
            <a:ext cx="5683250" cy="1778000"/>
          </a:xfrm>
          <a:custGeom>
            <a:avLst/>
            <a:gdLst/>
            <a:ahLst/>
            <a:cxnLst/>
            <a:rect l="l" t="t" r="r" b="b"/>
            <a:pathLst>
              <a:path w="5683250" h="1778000">
                <a:moveTo>
                  <a:pt x="0" y="0"/>
                </a:moveTo>
                <a:lnTo>
                  <a:pt x="5683250" y="0"/>
                </a:lnTo>
                <a:lnTo>
                  <a:pt x="5683250" y="1778000"/>
                </a:ln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33375" y="1143000"/>
            <a:ext cx="31750" cy="1778000"/>
          </a:xfrm>
          <a:custGeom>
            <a:avLst/>
            <a:gdLst/>
            <a:ahLst/>
            <a:cxnLst/>
            <a:rect l="l" t="t" r="r" b="b"/>
            <a:pathLst>
              <a:path w="31750" h="1778000">
                <a:moveTo>
                  <a:pt x="0" y="0"/>
                </a:moveTo>
                <a:lnTo>
                  <a:pt x="31750" y="0"/>
                </a:lnTo>
                <a:lnTo>
                  <a:pt x="31750" y="1778000"/>
                </a:ln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96094" y="1301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4688" y="1270000"/>
            <a:ext cx="5294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2125" y="1619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8500" y="1587500"/>
            <a:ext cx="4929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Natural Language Understanding:</a:t>
            </a: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Processes user queries with contextual comprehension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2125" y="1873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8500" y="1841500"/>
            <a:ext cx="4222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Conversation Memory:</a:t>
            </a: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Maintains context across up to 10 messages per user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2125" y="2127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8500" y="2095500"/>
            <a:ext cx="4484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Context-Aware Responses:</a:t>
            </a: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References previous messages for coherent dialogue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2125" y="2381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8500" y="2349500"/>
            <a:ext cx="4357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Multi-Model Support:</a:t>
            </a: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Switch between Llama 8B and 70B based on complexity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2125" y="2635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8500" y="2603500"/>
            <a:ext cx="3556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Rate Limiting:</a:t>
            </a: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0.5s minimum interval between requests per user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3048000"/>
            <a:ext cx="5683250" cy="2413000"/>
          </a:xfrm>
          <a:custGeom>
            <a:avLst/>
            <a:gdLst/>
            <a:ahLst/>
            <a:cxnLst/>
            <a:rect l="l" t="t" r="r" b="b"/>
            <a:pathLst>
              <a:path w="5683250" h="2413000">
                <a:moveTo>
                  <a:pt x="0" y="0"/>
                </a:moveTo>
                <a:lnTo>
                  <a:pt x="5683250" y="0"/>
                </a:lnTo>
                <a:lnTo>
                  <a:pt x="5683250" y="2413000"/>
                </a:lnTo>
                <a:lnTo>
                  <a:pt x="0" y="2413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33375" y="3048000"/>
            <a:ext cx="31750" cy="2413000"/>
          </a:xfrm>
          <a:custGeom>
            <a:avLst/>
            <a:gdLst/>
            <a:ahLst/>
            <a:cxnLst/>
            <a:rect l="l" t="t" r="r" b="b"/>
            <a:pathLst>
              <a:path w="31750" h="2413000">
                <a:moveTo>
                  <a:pt x="0" y="0"/>
                </a:moveTo>
                <a:lnTo>
                  <a:pt x="31750" y="0"/>
                </a:lnTo>
                <a:lnTo>
                  <a:pt x="31750" y="2413000"/>
                </a:lnTo>
                <a:lnTo>
                  <a:pt x="0" y="2413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6172" y="32067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19844"/>
                </a:moveTo>
                <a:cubicBezTo>
                  <a:pt x="122163" y="19844"/>
                  <a:pt x="148828" y="46509"/>
                  <a:pt x="148828" y="79375"/>
                </a:cubicBezTo>
                <a:cubicBezTo>
                  <a:pt x="148828" y="112241"/>
                  <a:pt x="122163" y="138906"/>
                  <a:pt x="89297" y="138906"/>
                </a:cubicBezTo>
                <a:cubicBezTo>
                  <a:pt x="69081" y="138906"/>
                  <a:pt x="51191" y="128829"/>
                  <a:pt x="40432" y="113388"/>
                </a:cubicBezTo>
                <a:cubicBezTo>
                  <a:pt x="37300" y="108893"/>
                  <a:pt x="31099" y="107807"/>
                  <a:pt x="26603" y="110939"/>
                </a:cubicBezTo>
                <a:cubicBezTo>
                  <a:pt x="22107" y="114071"/>
                  <a:pt x="21022" y="120272"/>
                  <a:pt x="24154" y="124768"/>
                </a:cubicBezTo>
                <a:cubicBezTo>
                  <a:pt x="38478" y="145293"/>
                  <a:pt x="62322" y="158750"/>
                  <a:pt x="89297" y="158750"/>
                </a:cubicBezTo>
                <a:cubicBezTo>
                  <a:pt x="133139" y="158750"/>
                  <a:pt x="168672" y="123217"/>
                  <a:pt x="168672" y="79375"/>
                </a:cubicBezTo>
                <a:cubicBezTo>
                  <a:pt x="168672" y="35533"/>
                  <a:pt x="133139" y="0"/>
                  <a:pt x="89297" y="0"/>
                </a:cubicBezTo>
                <a:cubicBezTo>
                  <a:pt x="62725" y="0"/>
                  <a:pt x="39222" y="13053"/>
                  <a:pt x="24805" y="33083"/>
                </a:cubicBezTo>
                <a:lnTo>
                  <a:pt x="24805" y="24805"/>
                </a:lnTo>
                <a:cubicBezTo>
                  <a:pt x="24805" y="19317"/>
                  <a:pt x="20371" y="14883"/>
                  <a:pt x="14883" y="14883"/>
                </a:cubicBezTo>
                <a:cubicBezTo>
                  <a:pt x="9395" y="14883"/>
                  <a:pt x="4961" y="19317"/>
                  <a:pt x="4961" y="24805"/>
                </a:cubicBezTo>
                <a:lnTo>
                  <a:pt x="4961" y="59531"/>
                </a:lnTo>
                <a:cubicBezTo>
                  <a:pt x="4961" y="65019"/>
                  <a:pt x="9395" y="69453"/>
                  <a:pt x="14883" y="69453"/>
                </a:cubicBezTo>
                <a:lnTo>
                  <a:pt x="22510" y="69453"/>
                </a:lnTo>
                <a:cubicBezTo>
                  <a:pt x="22665" y="69453"/>
                  <a:pt x="22820" y="69453"/>
                  <a:pt x="22975" y="69453"/>
                </a:cubicBezTo>
                <a:lnTo>
                  <a:pt x="49640" y="69453"/>
                </a:lnTo>
                <a:cubicBezTo>
                  <a:pt x="55128" y="69453"/>
                  <a:pt x="59562" y="65019"/>
                  <a:pt x="59562" y="59531"/>
                </a:cubicBezTo>
                <a:cubicBezTo>
                  <a:pt x="59562" y="54043"/>
                  <a:pt x="55128" y="49609"/>
                  <a:pt x="49640" y="49609"/>
                </a:cubicBezTo>
                <a:lnTo>
                  <a:pt x="37765" y="49609"/>
                </a:lnTo>
                <a:cubicBezTo>
                  <a:pt x="48028" y="31812"/>
                  <a:pt x="67283" y="19844"/>
                  <a:pt x="89297" y="19844"/>
                </a:cubicBezTo>
                <a:close/>
                <a:moveTo>
                  <a:pt x="96738" y="47129"/>
                </a:moveTo>
                <a:cubicBezTo>
                  <a:pt x="96738" y="43005"/>
                  <a:pt x="93421" y="39688"/>
                  <a:pt x="89297" y="39688"/>
                </a:cubicBezTo>
                <a:cubicBezTo>
                  <a:pt x="85173" y="39688"/>
                  <a:pt x="81855" y="43005"/>
                  <a:pt x="81855" y="47129"/>
                </a:cubicBezTo>
                <a:lnTo>
                  <a:pt x="81855" y="79375"/>
                </a:lnTo>
                <a:cubicBezTo>
                  <a:pt x="81855" y="81359"/>
                  <a:pt x="82631" y="83251"/>
                  <a:pt x="84026" y="84646"/>
                </a:cubicBezTo>
                <a:lnTo>
                  <a:pt x="106350" y="106970"/>
                </a:lnTo>
                <a:cubicBezTo>
                  <a:pt x="109265" y="109885"/>
                  <a:pt x="113978" y="109885"/>
                  <a:pt x="116861" y="106970"/>
                </a:cubicBezTo>
                <a:cubicBezTo>
                  <a:pt x="119745" y="104056"/>
                  <a:pt x="119776" y="99343"/>
                  <a:pt x="116861" y="96459"/>
                </a:cubicBezTo>
                <a:lnTo>
                  <a:pt x="96707" y="76305"/>
                </a:lnTo>
                <a:lnTo>
                  <a:pt x="96707" y="47129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4688" y="3175000"/>
            <a:ext cx="5294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Conversation Memory 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6250" y="3492500"/>
            <a:ext cx="5413375" cy="412750"/>
          </a:xfrm>
          <a:custGeom>
            <a:avLst/>
            <a:gdLst/>
            <a:ahLst/>
            <a:cxnLst/>
            <a:rect l="l" t="t" r="r" b="b"/>
            <a:pathLst>
              <a:path w="5413375" h="412750">
                <a:moveTo>
                  <a:pt x="31749" y="0"/>
                </a:moveTo>
                <a:lnTo>
                  <a:pt x="5381626" y="0"/>
                </a:lnTo>
                <a:cubicBezTo>
                  <a:pt x="5399161" y="0"/>
                  <a:pt x="5413375" y="14214"/>
                  <a:pt x="5413375" y="31749"/>
                </a:cubicBezTo>
                <a:lnTo>
                  <a:pt x="5413375" y="381001"/>
                </a:lnTo>
                <a:cubicBezTo>
                  <a:pt x="5413375" y="398536"/>
                  <a:pt x="5399161" y="412750"/>
                  <a:pt x="53816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9750" y="357177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1969" y="357177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9000" y="3556000"/>
            <a:ext cx="1031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sends message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9000" y="3714750"/>
            <a:ext cx="102393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/chat or plain text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6250" y="3968649"/>
            <a:ext cx="5413375" cy="412750"/>
          </a:xfrm>
          <a:custGeom>
            <a:avLst/>
            <a:gdLst/>
            <a:ahLst/>
            <a:cxnLst/>
            <a:rect l="l" t="t" r="r" b="b"/>
            <a:pathLst>
              <a:path w="5413375" h="412750">
                <a:moveTo>
                  <a:pt x="31749" y="0"/>
                </a:moveTo>
                <a:lnTo>
                  <a:pt x="5381626" y="0"/>
                </a:lnTo>
                <a:cubicBezTo>
                  <a:pt x="5399161" y="0"/>
                  <a:pt x="5413375" y="14214"/>
                  <a:pt x="5413375" y="31749"/>
                </a:cubicBezTo>
                <a:lnTo>
                  <a:pt x="5413375" y="381001"/>
                </a:lnTo>
                <a:cubicBezTo>
                  <a:pt x="5413375" y="398536"/>
                  <a:pt x="5399161" y="412750"/>
                  <a:pt x="53816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39750" y="404793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1969" y="4047931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9000" y="4032149"/>
            <a:ext cx="1643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Retrieve history from DynamoDB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000" y="4190899"/>
            <a:ext cx="16351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Last 10 messages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6250" y="4444806"/>
            <a:ext cx="5413375" cy="412750"/>
          </a:xfrm>
          <a:custGeom>
            <a:avLst/>
            <a:gdLst/>
            <a:ahLst/>
            <a:cxnLst/>
            <a:rect l="l" t="t" r="r" b="b"/>
            <a:pathLst>
              <a:path w="5413375" h="412750">
                <a:moveTo>
                  <a:pt x="31749" y="0"/>
                </a:moveTo>
                <a:lnTo>
                  <a:pt x="5381626" y="0"/>
                </a:lnTo>
                <a:cubicBezTo>
                  <a:pt x="5399161" y="0"/>
                  <a:pt x="5413375" y="14214"/>
                  <a:pt x="5413375" y="31749"/>
                </a:cubicBezTo>
                <a:lnTo>
                  <a:pt x="5413375" y="381001"/>
                </a:lnTo>
                <a:cubicBezTo>
                  <a:pt x="5413375" y="398536"/>
                  <a:pt x="5399161" y="412750"/>
                  <a:pt x="53816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9750" y="45240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1969" y="452408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9000" y="4508306"/>
            <a:ext cx="1643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 message array with context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9000" y="4667056"/>
            <a:ext cx="163512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 + history + current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6250" y="4920955"/>
            <a:ext cx="5413375" cy="412750"/>
          </a:xfrm>
          <a:custGeom>
            <a:avLst/>
            <a:gdLst/>
            <a:ahLst/>
            <a:cxnLst/>
            <a:rect l="l" t="t" r="r" b="b"/>
            <a:pathLst>
              <a:path w="5413375" h="412750">
                <a:moveTo>
                  <a:pt x="31749" y="0"/>
                </a:moveTo>
                <a:lnTo>
                  <a:pt x="5381626" y="0"/>
                </a:lnTo>
                <a:cubicBezTo>
                  <a:pt x="5399161" y="0"/>
                  <a:pt x="5413375" y="14214"/>
                  <a:pt x="5413375" y="31749"/>
                </a:cubicBezTo>
                <a:lnTo>
                  <a:pt x="5413375" y="381001"/>
                </a:lnTo>
                <a:cubicBezTo>
                  <a:pt x="5413375" y="398536"/>
                  <a:pt x="5399161" y="412750"/>
                  <a:pt x="53816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39750" y="500023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11969" y="500023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9000" y="4984455"/>
            <a:ext cx="1531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Call Groq API &amp; store response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9000" y="5143205"/>
            <a:ext cx="152400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Save to DynamoDB with TTL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8550" y="1146175"/>
            <a:ext cx="5689600" cy="3990975"/>
          </a:xfrm>
          <a:custGeom>
            <a:avLst/>
            <a:gdLst/>
            <a:ahLst/>
            <a:cxnLst/>
            <a:rect l="l" t="t" r="r" b="b"/>
            <a:pathLst>
              <a:path w="5689600" h="3990975">
                <a:moveTo>
                  <a:pt x="0" y="0"/>
                </a:moveTo>
                <a:lnTo>
                  <a:pt x="5689600" y="0"/>
                </a:lnTo>
                <a:lnTo>
                  <a:pt x="5689600" y="3990975"/>
                </a:lnTo>
                <a:lnTo>
                  <a:pt x="0" y="3990975"/>
                </a:lnTo>
                <a:lnTo>
                  <a:pt x="0" y="0"/>
                </a:lnTo>
                <a:close/>
              </a:path>
            </a:pathLst>
          </a:custGeom>
          <a:solidFill>
            <a:srgbClr val="2D3136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19639" y="1316036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7156" y="40184"/>
                </a:moveTo>
                <a:cubicBezTo>
                  <a:pt x="107156" y="67308"/>
                  <a:pt x="83158" y="89297"/>
                  <a:pt x="53578" y="89297"/>
                </a:cubicBezTo>
                <a:cubicBezTo>
                  <a:pt x="46127" y="89297"/>
                  <a:pt x="39039" y="87902"/>
                  <a:pt x="32593" y="85390"/>
                </a:cubicBezTo>
                <a:lnTo>
                  <a:pt x="9823" y="97445"/>
                </a:lnTo>
                <a:cubicBezTo>
                  <a:pt x="7227" y="98813"/>
                  <a:pt x="4046" y="98338"/>
                  <a:pt x="1953" y="96273"/>
                </a:cubicBezTo>
                <a:cubicBezTo>
                  <a:pt x="-140" y="94208"/>
                  <a:pt x="-614" y="90999"/>
                  <a:pt x="781" y="88404"/>
                </a:cubicBezTo>
                <a:lnTo>
                  <a:pt x="10716" y="69652"/>
                </a:lnTo>
                <a:cubicBezTo>
                  <a:pt x="3990" y="61447"/>
                  <a:pt x="0" y="51234"/>
                  <a:pt x="0" y="40184"/>
                </a:cubicBezTo>
                <a:cubicBezTo>
                  <a:pt x="0" y="13060"/>
                  <a:pt x="23999" y="-8930"/>
                  <a:pt x="53578" y="-8930"/>
                </a:cubicBezTo>
                <a:cubicBezTo>
                  <a:pt x="83158" y="-8930"/>
                  <a:pt x="107156" y="13060"/>
                  <a:pt x="107156" y="40184"/>
                </a:cubicBezTo>
                <a:close/>
                <a:moveTo>
                  <a:pt x="107156" y="142875"/>
                </a:moveTo>
                <a:cubicBezTo>
                  <a:pt x="80897" y="142875"/>
                  <a:pt x="59048" y="125546"/>
                  <a:pt x="54471" y="102691"/>
                </a:cubicBezTo>
                <a:cubicBezTo>
                  <a:pt x="87957" y="102273"/>
                  <a:pt x="117063" y="78442"/>
                  <a:pt x="120272" y="46127"/>
                </a:cubicBezTo>
                <a:cubicBezTo>
                  <a:pt x="143517" y="51485"/>
                  <a:pt x="160734" y="70768"/>
                  <a:pt x="160734" y="93762"/>
                </a:cubicBezTo>
                <a:cubicBezTo>
                  <a:pt x="160734" y="104812"/>
                  <a:pt x="156744" y="115026"/>
                  <a:pt x="150019" y="123230"/>
                </a:cubicBezTo>
                <a:lnTo>
                  <a:pt x="159953" y="141982"/>
                </a:lnTo>
                <a:cubicBezTo>
                  <a:pt x="161320" y="144577"/>
                  <a:pt x="160846" y="147758"/>
                  <a:pt x="158781" y="149851"/>
                </a:cubicBezTo>
                <a:cubicBezTo>
                  <a:pt x="156716" y="151944"/>
                  <a:pt x="153507" y="152419"/>
                  <a:pt x="150912" y="151023"/>
                </a:cubicBezTo>
                <a:lnTo>
                  <a:pt x="128141" y="138968"/>
                </a:lnTo>
                <a:cubicBezTo>
                  <a:pt x="121695" y="141480"/>
                  <a:pt x="114607" y="142875"/>
                  <a:pt x="107156" y="14287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91287" y="1276348"/>
            <a:ext cx="5318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Example Conversation Flow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8725" y="1593848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3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427787" y="168909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99789" y="127000"/>
                </a:lnTo>
                <a:cubicBezTo>
                  <a:pt x="103857" y="127000"/>
                  <a:pt x="107156" y="123701"/>
                  <a:pt x="107156" y="119633"/>
                </a:cubicBezTo>
                <a:cubicBezTo>
                  <a:pt x="107156" y="95200"/>
                  <a:pt x="87362" y="75406"/>
                  <a:pt x="62929" y="75406"/>
                </a:cubicBezTo>
                <a:lnTo>
                  <a:pt x="48196" y="75406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626225" y="1689098"/>
            <a:ext cx="301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94475" y="1879598"/>
            <a:ext cx="511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/chat What is AWS Lambda?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8725" y="2260598"/>
            <a:ext cx="5429250" cy="762000"/>
          </a:xfrm>
          <a:custGeom>
            <a:avLst/>
            <a:gdLst/>
            <a:ahLst/>
            <a:cxnLst/>
            <a:rect l="l" t="t" r="r" b="b"/>
            <a:pathLst>
              <a:path w="5429250" h="762000">
                <a:moveTo>
                  <a:pt x="31753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730247"/>
                </a:lnTo>
                <a:cubicBezTo>
                  <a:pt x="5429250" y="747784"/>
                  <a:pt x="5415034" y="762000"/>
                  <a:pt x="5397497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C8A265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403975" y="2355848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87313" y="0"/>
                </a:moveTo>
                <a:cubicBezTo>
                  <a:pt x="87313" y="-4390"/>
                  <a:pt x="83765" y="-7937"/>
                  <a:pt x="79375" y="-7937"/>
                </a:cubicBezTo>
                <a:cubicBezTo>
                  <a:pt x="74985" y="-7937"/>
                  <a:pt x="71438" y="-4390"/>
                  <a:pt x="71438" y="0"/>
                </a:cubicBezTo>
                <a:lnTo>
                  <a:pt x="71438" y="15875"/>
                </a:lnTo>
                <a:lnTo>
                  <a:pt x="47625" y="15875"/>
                </a:lnTo>
                <a:cubicBezTo>
                  <a:pt x="34479" y="15875"/>
                  <a:pt x="23812" y="26541"/>
                  <a:pt x="23812" y="39688"/>
                </a:cubicBezTo>
                <a:lnTo>
                  <a:pt x="23812" y="95250"/>
                </a:lnTo>
                <a:cubicBezTo>
                  <a:pt x="23812" y="108396"/>
                  <a:pt x="34479" y="119063"/>
                  <a:pt x="47625" y="119063"/>
                </a:cubicBezTo>
                <a:lnTo>
                  <a:pt x="111125" y="119063"/>
                </a:lnTo>
                <a:cubicBezTo>
                  <a:pt x="124271" y="119063"/>
                  <a:pt x="134938" y="108396"/>
                  <a:pt x="134938" y="95250"/>
                </a:cubicBezTo>
                <a:lnTo>
                  <a:pt x="134938" y="39688"/>
                </a:lnTo>
                <a:cubicBezTo>
                  <a:pt x="134938" y="26541"/>
                  <a:pt x="124271" y="15875"/>
                  <a:pt x="111125" y="15875"/>
                </a:cubicBezTo>
                <a:lnTo>
                  <a:pt x="87313" y="15875"/>
                </a:lnTo>
                <a:lnTo>
                  <a:pt x="87313" y="0"/>
                </a:lnTo>
                <a:close/>
                <a:moveTo>
                  <a:pt x="39688" y="91281"/>
                </a:moveTo>
                <a:cubicBezTo>
                  <a:pt x="39688" y="87982"/>
                  <a:pt x="42342" y="85328"/>
                  <a:pt x="45641" y="85328"/>
                </a:cubicBezTo>
                <a:lnTo>
                  <a:pt x="53578" y="85328"/>
                </a:lnTo>
                <a:cubicBezTo>
                  <a:pt x="56877" y="85328"/>
                  <a:pt x="59531" y="87982"/>
                  <a:pt x="59531" y="91281"/>
                </a:cubicBezTo>
                <a:cubicBezTo>
                  <a:pt x="59531" y="94580"/>
                  <a:pt x="56877" y="97234"/>
                  <a:pt x="53578" y="97234"/>
                </a:cubicBezTo>
                <a:lnTo>
                  <a:pt x="45641" y="97234"/>
                </a:lnTo>
                <a:cubicBezTo>
                  <a:pt x="42342" y="97234"/>
                  <a:pt x="39688" y="94580"/>
                  <a:pt x="39688" y="91281"/>
                </a:cubicBezTo>
                <a:close/>
                <a:moveTo>
                  <a:pt x="69453" y="91281"/>
                </a:moveTo>
                <a:cubicBezTo>
                  <a:pt x="69453" y="87982"/>
                  <a:pt x="72107" y="85328"/>
                  <a:pt x="75406" y="85328"/>
                </a:cubicBezTo>
                <a:lnTo>
                  <a:pt x="83344" y="85328"/>
                </a:lnTo>
                <a:cubicBezTo>
                  <a:pt x="86643" y="85328"/>
                  <a:pt x="89297" y="87982"/>
                  <a:pt x="89297" y="91281"/>
                </a:cubicBezTo>
                <a:cubicBezTo>
                  <a:pt x="89297" y="94580"/>
                  <a:pt x="86643" y="97234"/>
                  <a:pt x="83344" y="97234"/>
                </a:cubicBezTo>
                <a:lnTo>
                  <a:pt x="75406" y="97234"/>
                </a:lnTo>
                <a:cubicBezTo>
                  <a:pt x="72107" y="97234"/>
                  <a:pt x="69453" y="94580"/>
                  <a:pt x="69453" y="91281"/>
                </a:cubicBezTo>
                <a:close/>
                <a:moveTo>
                  <a:pt x="99219" y="91281"/>
                </a:moveTo>
                <a:cubicBezTo>
                  <a:pt x="99219" y="87982"/>
                  <a:pt x="101873" y="85328"/>
                  <a:pt x="105172" y="85328"/>
                </a:cubicBezTo>
                <a:lnTo>
                  <a:pt x="113109" y="85328"/>
                </a:lnTo>
                <a:cubicBezTo>
                  <a:pt x="116408" y="85328"/>
                  <a:pt x="119063" y="87982"/>
                  <a:pt x="119063" y="91281"/>
                </a:cubicBezTo>
                <a:cubicBezTo>
                  <a:pt x="119063" y="94580"/>
                  <a:pt x="116408" y="97234"/>
                  <a:pt x="113109" y="97234"/>
                </a:cubicBezTo>
                <a:lnTo>
                  <a:pt x="105172" y="97234"/>
                </a:lnTo>
                <a:cubicBezTo>
                  <a:pt x="101873" y="97234"/>
                  <a:pt x="99219" y="94580"/>
                  <a:pt x="99219" y="91281"/>
                </a:cubicBezTo>
                <a:close/>
                <a:moveTo>
                  <a:pt x="55563" y="43656"/>
                </a:moveTo>
                <a:cubicBezTo>
                  <a:pt x="62134" y="43656"/>
                  <a:pt x="67469" y="48991"/>
                  <a:pt x="67469" y="55563"/>
                </a:cubicBezTo>
                <a:cubicBezTo>
                  <a:pt x="67469" y="62134"/>
                  <a:pt x="62134" y="67469"/>
                  <a:pt x="55563" y="67469"/>
                </a:cubicBezTo>
                <a:cubicBezTo>
                  <a:pt x="48991" y="67469"/>
                  <a:pt x="43656" y="62134"/>
                  <a:pt x="43656" y="55563"/>
                </a:cubicBezTo>
                <a:cubicBezTo>
                  <a:pt x="43656" y="48991"/>
                  <a:pt x="48991" y="43656"/>
                  <a:pt x="55563" y="43656"/>
                </a:cubicBezTo>
                <a:close/>
                <a:moveTo>
                  <a:pt x="91281" y="55563"/>
                </a:moveTo>
                <a:cubicBezTo>
                  <a:pt x="91281" y="48991"/>
                  <a:pt x="96616" y="43656"/>
                  <a:pt x="103188" y="43656"/>
                </a:cubicBezTo>
                <a:cubicBezTo>
                  <a:pt x="109759" y="43656"/>
                  <a:pt x="115094" y="48991"/>
                  <a:pt x="115094" y="55563"/>
                </a:cubicBezTo>
                <a:cubicBezTo>
                  <a:pt x="115094" y="62134"/>
                  <a:pt x="109759" y="67469"/>
                  <a:pt x="103188" y="67469"/>
                </a:cubicBezTo>
                <a:cubicBezTo>
                  <a:pt x="96616" y="67469"/>
                  <a:pt x="91281" y="62134"/>
                  <a:pt x="91281" y="55563"/>
                </a:cubicBezTo>
                <a:close/>
                <a:moveTo>
                  <a:pt x="15875" y="55563"/>
                </a:moveTo>
                <a:cubicBezTo>
                  <a:pt x="15875" y="51172"/>
                  <a:pt x="12328" y="47625"/>
                  <a:pt x="7938" y="47625"/>
                </a:cubicBezTo>
                <a:cubicBezTo>
                  <a:pt x="3547" y="47625"/>
                  <a:pt x="0" y="51172"/>
                  <a:pt x="0" y="55563"/>
                </a:cubicBezTo>
                <a:lnTo>
                  <a:pt x="0" y="79375"/>
                </a:lnTo>
                <a:cubicBezTo>
                  <a:pt x="0" y="83765"/>
                  <a:pt x="3547" y="87313"/>
                  <a:pt x="7938" y="87313"/>
                </a:cubicBezTo>
                <a:cubicBezTo>
                  <a:pt x="12328" y="87313"/>
                  <a:pt x="15875" y="83765"/>
                  <a:pt x="15875" y="79375"/>
                </a:cubicBezTo>
                <a:lnTo>
                  <a:pt x="15875" y="55563"/>
                </a:lnTo>
                <a:close/>
                <a:moveTo>
                  <a:pt x="150813" y="47625"/>
                </a:moveTo>
                <a:cubicBezTo>
                  <a:pt x="146422" y="47625"/>
                  <a:pt x="142875" y="51172"/>
                  <a:pt x="142875" y="55563"/>
                </a:cubicBezTo>
                <a:lnTo>
                  <a:pt x="142875" y="79375"/>
                </a:lnTo>
                <a:cubicBezTo>
                  <a:pt x="142875" y="83765"/>
                  <a:pt x="146422" y="87313"/>
                  <a:pt x="150813" y="87313"/>
                </a:cubicBezTo>
                <a:cubicBezTo>
                  <a:pt x="155203" y="87313"/>
                  <a:pt x="158750" y="83765"/>
                  <a:pt x="158750" y="79375"/>
                </a:cubicBezTo>
                <a:lnTo>
                  <a:pt x="158750" y="55563"/>
                </a:lnTo>
                <a:cubicBezTo>
                  <a:pt x="158750" y="51172"/>
                  <a:pt x="155203" y="47625"/>
                  <a:pt x="150813" y="4762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626225" y="2355848"/>
            <a:ext cx="238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94475" y="2546348"/>
            <a:ext cx="5111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Lambda is a serverless compute service that lets you run code without provisioning servers. You pay only for compute time consumed!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08725" y="3117848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3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427787" y="321309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99789" y="127000"/>
                </a:lnTo>
                <a:cubicBezTo>
                  <a:pt x="103857" y="127000"/>
                  <a:pt x="107156" y="123701"/>
                  <a:pt x="107156" y="119633"/>
                </a:cubicBezTo>
                <a:cubicBezTo>
                  <a:pt x="107156" y="95200"/>
                  <a:pt x="87362" y="75406"/>
                  <a:pt x="62929" y="75406"/>
                </a:cubicBezTo>
                <a:lnTo>
                  <a:pt x="48196" y="75406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626225" y="3213098"/>
            <a:ext cx="301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94475" y="3403598"/>
            <a:ext cx="511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How does it handle scaling?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8725" y="3784598"/>
            <a:ext cx="5429250" cy="762000"/>
          </a:xfrm>
          <a:custGeom>
            <a:avLst/>
            <a:gdLst/>
            <a:ahLst/>
            <a:cxnLst/>
            <a:rect l="l" t="t" r="r" b="b"/>
            <a:pathLst>
              <a:path w="5429250" h="762000">
                <a:moveTo>
                  <a:pt x="31753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730247"/>
                </a:lnTo>
                <a:cubicBezTo>
                  <a:pt x="5429250" y="747784"/>
                  <a:pt x="5415034" y="762000"/>
                  <a:pt x="5397497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C8A265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403975" y="3879848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87313" y="0"/>
                </a:moveTo>
                <a:cubicBezTo>
                  <a:pt x="87313" y="-4390"/>
                  <a:pt x="83765" y="-7937"/>
                  <a:pt x="79375" y="-7937"/>
                </a:cubicBezTo>
                <a:cubicBezTo>
                  <a:pt x="74985" y="-7937"/>
                  <a:pt x="71438" y="-4390"/>
                  <a:pt x="71438" y="0"/>
                </a:cubicBezTo>
                <a:lnTo>
                  <a:pt x="71438" y="15875"/>
                </a:lnTo>
                <a:lnTo>
                  <a:pt x="47625" y="15875"/>
                </a:lnTo>
                <a:cubicBezTo>
                  <a:pt x="34479" y="15875"/>
                  <a:pt x="23812" y="26541"/>
                  <a:pt x="23812" y="39688"/>
                </a:cubicBezTo>
                <a:lnTo>
                  <a:pt x="23812" y="95250"/>
                </a:lnTo>
                <a:cubicBezTo>
                  <a:pt x="23812" y="108396"/>
                  <a:pt x="34479" y="119063"/>
                  <a:pt x="47625" y="119063"/>
                </a:cubicBezTo>
                <a:lnTo>
                  <a:pt x="111125" y="119063"/>
                </a:lnTo>
                <a:cubicBezTo>
                  <a:pt x="124271" y="119063"/>
                  <a:pt x="134938" y="108396"/>
                  <a:pt x="134938" y="95250"/>
                </a:cubicBezTo>
                <a:lnTo>
                  <a:pt x="134938" y="39688"/>
                </a:lnTo>
                <a:cubicBezTo>
                  <a:pt x="134938" y="26541"/>
                  <a:pt x="124271" y="15875"/>
                  <a:pt x="111125" y="15875"/>
                </a:cubicBezTo>
                <a:lnTo>
                  <a:pt x="87313" y="15875"/>
                </a:lnTo>
                <a:lnTo>
                  <a:pt x="87313" y="0"/>
                </a:lnTo>
                <a:close/>
                <a:moveTo>
                  <a:pt x="39688" y="91281"/>
                </a:moveTo>
                <a:cubicBezTo>
                  <a:pt x="39688" y="87982"/>
                  <a:pt x="42342" y="85328"/>
                  <a:pt x="45641" y="85328"/>
                </a:cubicBezTo>
                <a:lnTo>
                  <a:pt x="53578" y="85328"/>
                </a:lnTo>
                <a:cubicBezTo>
                  <a:pt x="56877" y="85328"/>
                  <a:pt x="59531" y="87982"/>
                  <a:pt x="59531" y="91281"/>
                </a:cubicBezTo>
                <a:cubicBezTo>
                  <a:pt x="59531" y="94580"/>
                  <a:pt x="56877" y="97234"/>
                  <a:pt x="53578" y="97234"/>
                </a:cubicBezTo>
                <a:lnTo>
                  <a:pt x="45641" y="97234"/>
                </a:lnTo>
                <a:cubicBezTo>
                  <a:pt x="42342" y="97234"/>
                  <a:pt x="39688" y="94580"/>
                  <a:pt x="39688" y="91281"/>
                </a:cubicBezTo>
                <a:close/>
                <a:moveTo>
                  <a:pt x="69453" y="91281"/>
                </a:moveTo>
                <a:cubicBezTo>
                  <a:pt x="69453" y="87982"/>
                  <a:pt x="72107" y="85328"/>
                  <a:pt x="75406" y="85328"/>
                </a:cubicBezTo>
                <a:lnTo>
                  <a:pt x="83344" y="85328"/>
                </a:lnTo>
                <a:cubicBezTo>
                  <a:pt x="86643" y="85328"/>
                  <a:pt x="89297" y="87982"/>
                  <a:pt x="89297" y="91281"/>
                </a:cubicBezTo>
                <a:cubicBezTo>
                  <a:pt x="89297" y="94580"/>
                  <a:pt x="86643" y="97234"/>
                  <a:pt x="83344" y="97234"/>
                </a:cubicBezTo>
                <a:lnTo>
                  <a:pt x="75406" y="97234"/>
                </a:lnTo>
                <a:cubicBezTo>
                  <a:pt x="72107" y="97234"/>
                  <a:pt x="69453" y="94580"/>
                  <a:pt x="69453" y="91281"/>
                </a:cubicBezTo>
                <a:close/>
                <a:moveTo>
                  <a:pt x="99219" y="91281"/>
                </a:moveTo>
                <a:cubicBezTo>
                  <a:pt x="99219" y="87982"/>
                  <a:pt x="101873" y="85328"/>
                  <a:pt x="105172" y="85328"/>
                </a:cubicBezTo>
                <a:lnTo>
                  <a:pt x="113109" y="85328"/>
                </a:lnTo>
                <a:cubicBezTo>
                  <a:pt x="116408" y="85328"/>
                  <a:pt x="119063" y="87982"/>
                  <a:pt x="119063" y="91281"/>
                </a:cubicBezTo>
                <a:cubicBezTo>
                  <a:pt x="119063" y="94580"/>
                  <a:pt x="116408" y="97234"/>
                  <a:pt x="113109" y="97234"/>
                </a:cubicBezTo>
                <a:lnTo>
                  <a:pt x="105172" y="97234"/>
                </a:lnTo>
                <a:cubicBezTo>
                  <a:pt x="101873" y="97234"/>
                  <a:pt x="99219" y="94580"/>
                  <a:pt x="99219" y="91281"/>
                </a:cubicBezTo>
                <a:close/>
                <a:moveTo>
                  <a:pt x="55563" y="43656"/>
                </a:moveTo>
                <a:cubicBezTo>
                  <a:pt x="62134" y="43656"/>
                  <a:pt x="67469" y="48991"/>
                  <a:pt x="67469" y="55563"/>
                </a:cubicBezTo>
                <a:cubicBezTo>
                  <a:pt x="67469" y="62134"/>
                  <a:pt x="62134" y="67469"/>
                  <a:pt x="55563" y="67469"/>
                </a:cubicBezTo>
                <a:cubicBezTo>
                  <a:pt x="48991" y="67469"/>
                  <a:pt x="43656" y="62134"/>
                  <a:pt x="43656" y="55563"/>
                </a:cubicBezTo>
                <a:cubicBezTo>
                  <a:pt x="43656" y="48991"/>
                  <a:pt x="48991" y="43656"/>
                  <a:pt x="55563" y="43656"/>
                </a:cubicBezTo>
                <a:close/>
                <a:moveTo>
                  <a:pt x="91281" y="55563"/>
                </a:moveTo>
                <a:cubicBezTo>
                  <a:pt x="91281" y="48991"/>
                  <a:pt x="96616" y="43656"/>
                  <a:pt x="103188" y="43656"/>
                </a:cubicBezTo>
                <a:cubicBezTo>
                  <a:pt x="109759" y="43656"/>
                  <a:pt x="115094" y="48991"/>
                  <a:pt x="115094" y="55563"/>
                </a:cubicBezTo>
                <a:cubicBezTo>
                  <a:pt x="115094" y="62134"/>
                  <a:pt x="109759" y="67469"/>
                  <a:pt x="103188" y="67469"/>
                </a:cubicBezTo>
                <a:cubicBezTo>
                  <a:pt x="96616" y="67469"/>
                  <a:pt x="91281" y="62134"/>
                  <a:pt x="91281" y="55563"/>
                </a:cubicBezTo>
                <a:close/>
                <a:moveTo>
                  <a:pt x="15875" y="55563"/>
                </a:moveTo>
                <a:cubicBezTo>
                  <a:pt x="15875" y="51172"/>
                  <a:pt x="12328" y="47625"/>
                  <a:pt x="7938" y="47625"/>
                </a:cubicBezTo>
                <a:cubicBezTo>
                  <a:pt x="3547" y="47625"/>
                  <a:pt x="0" y="51172"/>
                  <a:pt x="0" y="55563"/>
                </a:cubicBezTo>
                <a:lnTo>
                  <a:pt x="0" y="79375"/>
                </a:lnTo>
                <a:cubicBezTo>
                  <a:pt x="0" y="83765"/>
                  <a:pt x="3547" y="87313"/>
                  <a:pt x="7938" y="87313"/>
                </a:cubicBezTo>
                <a:cubicBezTo>
                  <a:pt x="12328" y="87313"/>
                  <a:pt x="15875" y="83765"/>
                  <a:pt x="15875" y="79375"/>
                </a:cubicBezTo>
                <a:lnTo>
                  <a:pt x="15875" y="55563"/>
                </a:lnTo>
                <a:close/>
                <a:moveTo>
                  <a:pt x="150813" y="47625"/>
                </a:moveTo>
                <a:cubicBezTo>
                  <a:pt x="146422" y="47625"/>
                  <a:pt x="142875" y="51172"/>
                  <a:pt x="142875" y="55563"/>
                </a:cubicBezTo>
                <a:lnTo>
                  <a:pt x="142875" y="79375"/>
                </a:lnTo>
                <a:cubicBezTo>
                  <a:pt x="142875" y="83765"/>
                  <a:pt x="146422" y="87313"/>
                  <a:pt x="150813" y="87313"/>
                </a:cubicBezTo>
                <a:cubicBezTo>
                  <a:pt x="155203" y="87313"/>
                  <a:pt x="158750" y="83765"/>
                  <a:pt x="158750" y="79375"/>
                </a:cubicBezTo>
                <a:lnTo>
                  <a:pt x="158750" y="55563"/>
                </a:lnTo>
                <a:cubicBezTo>
                  <a:pt x="158750" y="51172"/>
                  <a:pt x="155203" y="47625"/>
                  <a:pt x="150813" y="4762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626225" y="3879848"/>
            <a:ext cx="238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94475" y="4070348"/>
            <a:ext cx="5111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Lambda automatically scales from zero to thousands of concurrent executions based on incoming request volume. Each invocation is independent!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11900" y="4645023"/>
            <a:ext cx="5427663" cy="355600"/>
          </a:xfrm>
          <a:custGeom>
            <a:avLst/>
            <a:gdLst/>
            <a:ahLst/>
            <a:cxnLst/>
            <a:rect l="l" t="t" r="r" b="b"/>
            <a:pathLst>
              <a:path w="5427663" h="355600">
                <a:moveTo>
                  <a:pt x="31752" y="0"/>
                </a:moveTo>
                <a:lnTo>
                  <a:pt x="5395911" y="0"/>
                </a:lnTo>
                <a:cubicBezTo>
                  <a:pt x="5413447" y="0"/>
                  <a:pt x="5427663" y="14216"/>
                  <a:pt x="5427663" y="31752"/>
                </a:cubicBezTo>
                <a:lnTo>
                  <a:pt x="5427663" y="323848"/>
                </a:lnTo>
                <a:cubicBezTo>
                  <a:pt x="5427663" y="341384"/>
                  <a:pt x="5413447" y="355600"/>
                  <a:pt x="5395911" y="355600"/>
                </a:cubicBezTo>
                <a:lnTo>
                  <a:pt x="31752" y="355600"/>
                </a:lnTo>
                <a:cubicBezTo>
                  <a:pt x="14216" y="355600"/>
                  <a:pt x="0" y="341384"/>
                  <a:pt x="0" y="323848"/>
                </a:cubicBezTo>
                <a:lnTo>
                  <a:pt x="0" y="31752"/>
                </a:lnTo>
                <a:cubicBezTo>
                  <a:pt x="0" y="14227"/>
                  <a:pt x="14227" y="0"/>
                  <a:pt x="3175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C8A265">
                <a:alpha val="50196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761287" y="47625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565107" y="4743455"/>
            <a:ext cx="5103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 remembers context from previous messages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8550" y="5267327"/>
            <a:ext cx="5689600" cy="1466850"/>
          </a:xfrm>
          <a:custGeom>
            <a:avLst/>
            <a:gdLst/>
            <a:ahLst/>
            <a:cxnLst/>
            <a:rect l="l" t="t" r="r" b="b"/>
            <a:pathLst>
              <a:path w="5689600" h="1466850">
                <a:moveTo>
                  <a:pt x="0" y="0"/>
                </a:moveTo>
                <a:lnTo>
                  <a:pt x="5689600" y="0"/>
                </a:lnTo>
                <a:lnTo>
                  <a:pt x="56896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10196"/>
            </a:srgbClr>
          </a:solidFill>
          <a:ln w="10160">
            <a:solidFill>
              <a:srgbClr val="C8A2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308725" y="5397500"/>
            <a:ext cx="5500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AI Commands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08725" y="5715000"/>
            <a:ext cx="2682875" cy="412750"/>
          </a:xfrm>
          <a:custGeom>
            <a:avLst/>
            <a:gdLst/>
            <a:ahLst/>
            <a:cxnLst/>
            <a:rect l="l" t="t" r="r" b="b"/>
            <a:pathLst>
              <a:path w="2682875" h="412750">
                <a:moveTo>
                  <a:pt x="31749" y="0"/>
                </a:moveTo>
                <a:lnTo>
                  <a:pt x="2651126" y="0"/>
                </a:lnTo>
                <a:cubicBezTo>
                  <a:pt x="2668661" y="0"/>
                  <a:pt x="2682875" y="14214"/>
                  <a:pt x="2682875" y="31749"/>
                </a:cubicBezTo>
                <a:lnTo>
                  <a:pt x="2682875" y="381001"/>
                </a:lnTo>
                <a:cubicBezTo>
                  <a:pt x="2682875" y="398536"/>
                  <a:pt x="2668661" y="412750"/>
                  <a:pt x="2651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372225" y="5778500"/>
            <a:ext cx="261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/chat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72225" y="5937250"/>
            <a:ext cx="260350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Full conversation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56688" y="5715000"/>
            <a:ext cx="2682875" cy="412750"/>
          </a:xfrm>
          <a:custGeom>
            <a:avLst/>
            <a:gdLst/>
            <a:ahLst/>
            <a:cxnLst/>
            <a:rect l="l" t="t" r="r" b="b"/>
            <a:pathLst>
              <a:path w="2682875" h="412750">
                <a:moveTo>
                  <a:pt x="31749" y="0"/>
                </a:moveTo>
                <a:lnTo>
                  <a:pt x="2651126" y="0"/>
                </a:lnTo>
                <a:cubicBezTo>
                  <a:pt x="2668661" y="0"/>
                  <a:pt x="2682875" y="14214"/>
                  <a:pt x="2682875" y="31749"/>
                </a:cubicBezTo>
                <a:lnTo>
                  <a:pt x="2682875" y="381001"/>
                </a:lnTo>
                <a:cubicBezTo>
                  <a:pt x="2682875" y="398536"/>
                  <a:pt x="2668661" y="412750"/>
                  <a:pt x="2651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9120188" y="5778500"/>
            <a:ext cx="261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/ask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120188" y="5937250"/>
            <a:ext cx="260350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Quick answer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08725" y="6191149"/>
            <a:ext cx="2682875" cy="412750"/>
          </a:xfrm>
          <a:custGeom>
            <a:avLst/>
            <a:gdLst/>
            <a:ahLst/>
            <a:cxnLst/>
            <a:rect l="l" t="t" r="r" b="b"/>
            <a:pathLst>
              <a:path w="2682875" h="412750">
                <a:moveTo>
                  <a:pt x="31749" y="0"/>
                </a:moveTo>
                <a:lnTo>
                  <a:pt x="2651126" y="0"/>
                </a:lnTo>
                <a:cubicBezTo>
                  <a:pt x="2668661" y="0"/>
                  <a:pt x="2682875" y="14214"/>
                  <a:pt x="2682875" y="31749"/>
                </a:cubicBezTo>
                <a:lnTo>
                  <a:pt x="2682875" y="381001"/>
                </a:lnTo>
                <a:cubicBezTo>
                  <a:pt x="2682875" y="398536"/>
                  <a:pt x="2668661" y="412750"/>
                  <a:pt x="2651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372225" y="6254649"/>
            <a:ext cx="261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Plain text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72225" y="6413399"/>
            <a:ext cx="260350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Natural chat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056688" y="6191149"/>
            <a:ext cx="2682875" cy="412750"/>
          </a:xfrm>
          <a:custGeom>
            <a:avLst/>
            <a:gdLst/>
            <a:ahLst/>
            <a:cxnLst/>
            <a:rect l="l" t="t" r="r" b="b"/>
            <a:pathLst>
              <a:path w="2682875" h="412750">
                <a:moveTo>
                  <a:pt x="31749" y="0"/>
                </a:moveTo>
                <a:lnTo>
                  <a:pt x="2651126" y="0"/>
                </a:lnTo>
                <a:cubicBezTo>
                  <a:pt x="2668661" y="0"/>
                  <a:pt x="2682875" y="14214"/>
                  <a:pt x="2682875" y="31749"/>
                </a:cubicBezTo>
                <a:lnTo>
                  <a:pt x="2682875" y="381001"/>
                </a:lnTo>
                <a:cubicBezTo>
                  <a:pt x="2682875" y="398536"/>
                  <a:pt x="2668661" y="412750"/>
                  <a:pt x="265112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9120188" y="6254649"/>
            <a:ext cx="261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/clearhistory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120188" y="6413399"/>
            <a:ext cx="260350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Reset memory</a:t>
            </a:r>
            <a:endParaRPr lang="en-US" sz="1600" dirty="0"/>
          </a:p>
        </p:txBody>
      </p:sp>
      <p:sp>
        <p:nvSpPr>
          <p:cNvPr id="79" name="Text 17"/>
          <p:cNvSpPr/>
          <p:nvPr/>
        </p:nvSpPr>
        <p:spPr>
          <a:xfrm>
            <a:off x="108741" y="6586682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</a:rPr>
              <a:t>11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537" y="318537"/>
            <a:ext cx="11618634" cy="191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kern="0" spc="5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537" y="573366"/>
            <a:ext cx="11698268" cy="3185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Monitoring &amp; CloudWatch Integration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8537" y="987464"/>
            <a:ext cx="764489" cy="31854"/>
          </a:xfrm>
          <a:custGeom>
            <a:avLst/>
            <a:gdLst/>
            <a:ahLst/>
            <a:cxnLst/>
            <a:rect l="l" t="t" r="r" b="b"/>
            <a:pathLst>
              <a:path w="764489" h="31854">
                <a:moveTo>
                  <a:pt x="0" y="0"/>
                </a:moveTo>
                <a:lnTo>
                  <a:pt x="764489" y="0"/>
                </a:lnTo>
                <a:lnTo>
                  <a:pt x="764489" y="31854"/>
                </a:lnTo>
                <a:lnTo>
                  <a:pt x="0" y="31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34464" y="1146733"/>
            <a:ext cx="5677920" cy="3312784"/>
          </a:xfrm>
          <a:custGeom>
            <a:avLst/>
            <a:gdLst/>
            <a:ahLst/>
            <a:cxnLst/>
            <a:rect l="l" t="t" r="r" b="b"/>
            <a:pathLst>
              <a:path w="5677920" h="3312784">
                <a:moveTo>
                  <a:pt x="0" y="0"/>
                </a:moveTo>
                <a:lnTo>
                  <a:pt x="5677920" y="0"/>
                </a:lnTo>
                <a:lnTo>
                  <a:pt x="5677920" y="3312784"/>
                </a:lnTo>
                <a:lnTo>
                  <a:pt x="0" y="3312784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34464" y="1146733"/>
            <a:ext cx="31854" cy="3312784"/>
          </a:xfrm>
          <a:custGeom>
            <a:avLst/>
            <a:gdLst/>
            <a:ahLst/>
            <a:cxnLst/>
            <a:rect l="l" t="t" r="r" b="b"/>
            <a:pathLst>
              <a:path w="31854" h="3312784">
                <a:moveTo>
                  <a:pt x="0" y="0"/>
                </a:moveTo>
                <a:lnTo>
                  <a:pt x="31854" y="0"/>
                </a:lnTo>
                <a:lnTo>
                  <a:pt x="31854" y="3312784"/>
                </a:lnTo>
                <a:lnTo>
                  <a:pt x="0" y="3312784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7622" y="1306001"/>
            <a:ext cx="119451" cy="159268"/>
          </a:xfrm>
          <a:custGeom>
            <a:avLst/>
            <a:gdLst/>
            <a:ahLst/>
            <a:cxnLst/>
            <a:rect l="l" t="t" r="r" b="b"/>
            <a:pathLst>
              <a:path w="119451" h="159268">
                <a:moveTo>
                  <a:pt x="0" y="19909"/>
                </a:moveTo>
                <a:cubicBezTo>
                  <a:pt x="0" y="8928"/>
                  <a:pt x="8928" y="0"/>
                  <a:pt x="19909" y="0"/>
                </a:cubicBezTo>
                <a:lnTo>
                  <a:pt x="66414" y="0"/>
                </a:lnTo>
                <a:cubicBezTo>
                  <a:pt x="71702" y="0"/>
                  <a:pt x="76772" y="2084"/>
                  <a:pt x="80505" y="5817"/>
                </a:cubicBezTo>
                <a:lnTo>
                  <a:pt x="113634" y="38977"/>
                </a:lnTo>
                <a:cubicBezTo>
                  <a:pt x="117367" y="42710"/>
                  <a:pt x="119451" y="47781"/>
                  <a:pt x="119451" y="53069"/>
                </a:cubicBezTo>
                <a:lnTo>
                  <a:pt x="119451" y="139360"/>
                </a:lnTo>
                <a:cubicBezTo>
                  <a:pt x="119451" y="150341"/>
                  <a:pt x="110524" y="159268"/>
                  <a:pt x="99543" y="159268"/>
                </a:cubicBezTo>
                <a:lnTo>
                  <a:pt x="19909" y="159268"/>
                </a:lnTo>
                <a:cubicBezTo>
                  <a:pt x="8928" y="159268"/>
                  <a:pt x="0" y="150341"/>
                  <a:pt x="0" y="139360"/>
                </a:cubicBezTo>
                <a:lnTo>
                  <a:pt x="0" y="19909"/>
                </a:lnTo>
                <a:close/>
                <a:moveTo>
                  <a:pt x="64703" y="18198"/>
                </a:moveTo>
                <a:lnTo>
                  <a:pt x="64703" y="47283"/>
                </a:lnTo>
                <a:cubicBezTo>
                  <a:pt x="64703" y="51420"/>
                  <a:pt x="68031" y="54749"/>
                  <a:pt x="72169" y="54749"/>
                </a:cubicBezTo>
                <a:lnTo>
                  <a:pt x="101254" y="54749"/>
                </a:lnTo>
                <a:lnTo>
                  <a:pt x="64703" y="18198"/>
                </a:lnTo>
                <a:close/>
                <a:moveTo>
                  <a:pt x="37329" y="79634"/>
                </a:moveTo>
                <a:cubicBezTo>
                  <a:pt x="33191" y="79634"/>
                  <a:pt x="29863" y="82963"/>
                  <a:pt x="29863" y="87100"/>
                </a:cubicBezTo>
                <a:cubicBezTo>
                  <a:pt x="29863" y="91237"/>
                  <a:pt x="33191" y="94566"/>
                  <a:pt x="37329" y="94566"/>
                </a:cubicBezTo>
                <a:lnTo>
                  <a:pt x="82123" y="94566"/>
                </a:lnTo>
                <a:cubicBezTo>
                  <a:pt x="86260" y="94566"/>
                  <a:pt x="89589" y="91237"/>
                  <a:pt x="89589" y="87100"/>
                </a:cubicBezTo>
                <a:cubicBezTo>
                  <a:pt x="89589" y="82963"/>
                  <a:pt x="86260" y="79634"/>
                  <a:pt x="82123" y="79634"/>
                </a:cubicBezTo>
                <a:lnTo>
                  <a:pt x="37329" y="79634"/>
                </a:lnTo>
                <a:close/>
                <a:moveTo>
                  <a:pt x="37329" y="109497"/>
                </a:moveTo>
                <a:cubicBezTo>
                  <a:pt x="33191" y="109497"/>
                  <a:pt x="29863" y="112826"/>
                  <a:pt x="29863" y="116963"/>
                </a:cubicBezTo>
                <a:cubicBezTo>
                  <a:pt x="29863" y="121100"/>
                  <a:pt x="33191" y="124428"/>
                  <a:pt x="37329" y="124428"/>
                </a:cubicBezTo>
                <a:lnTo>
                  <a:pt x="82123" y="124428"/>
                </a:lnTo>
                <a:cubicBezTo>
                  <a:pt x="86260" y="124428"/>
                  <a:pt x="89589" y="121100"/>
                  <a:pt x="89589" y="116963"/>
                </a:cubicBezTo>
                <a:cubicBezTo>
                  <a:pt x="89589" y="112826"/>
                  <a:pt x="86260" y="109497"/>
                  <a:pt x="82123" y="109497"/>
                </a:cubicBezTo>
                <a:lnTo>
                  <a:pt x="37329" y="109497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6891" y="1274148"/>
            <a:ext cx="5287713" cy="222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Structured JSON Logging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7805" y="1592685"/>
            <a:ext cx="5407164" cy="2006782"/>
          </a:xfrm>
          <a:custGeom>
            <a:avLst/>
            <a:gdLst/>
            <a:ahLst/>
            <a:cxnLst/>
            <a:rect l="l" t="t" r="r" b="b"/>
            <a:pathLst>
              <a:path w="5407164" h="2006782">
                <a:moveTo>
                  <a:pt x="31848" y="0"/>
                </a:moveTo>
                <a:lnTo>
                  <a:pt x="5375316" y="0"/>
                </a:lnTo>
                <a:cubicBezTo>
                  <a:pt x="5392905" y="0"/>
                  <a:pt x="5407164" y="14259"/>
                  <a:pt x="5407164" y="31848"/>
                </a:cubicBezTo>
                <a:lnTo>
                  <a:pt x="5407164" y="1974935"/>
                </a:lnTo>
                <a:cubicBezTo>
                  <a:pt x="5407164" y="1992524"/>
                  <a:pt x="5392905" y="2006782"/>
                  <a:pt x="5375316" y="2006782"/>
                </a:cubicBezTo>
                <a:lnTo>
                  <a:pt x="31848" y="2006782"/>
                </a:lnTo>
                <a:cubicBezTo>
                  <a:pt x="14259" y="2006782"/>
                  <a:pt x="0" y="1992524"/>
                  <a:pt x="0" y="1974935"/>
                </a:cubicBezTo>
                <a:lnTo>
                  <a:pt x="0" y="31848"/>
                </a:lnTo>
                <a:cubicBezTo>
                  <a:pt x="0" y="14270"/>
                  <a:pt x="14270" y="0"/>
                  <a:pt x="31848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73366" y="1713730"/>
            <a:ext cx="2630418" cy="17579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"level"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"INFO"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"timestamp"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"2025-01-26T10:30:45.123Z"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"message"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"Lambda invocation started"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"request_id"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"abc-123-def"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"user_id"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12345678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"action"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"chat"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"duration_ms"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245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</a:t>
            </a:r>
            <a:r>
              <a:rPr lang="en-US" sz="88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"groq_tokens"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</a:t>
            </a:r>
            <a:r>
              <a:rPr lang="en-US" sz="88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156</a:t>
            </a: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7805" y="3691046"/>
            <a:ext cx="5407164" cy="286683"/>
          </a:xfrm>
          <a:custGeom>
            <a:avLst/>
            <a:gdLst/>
            <a:ahLst/>
            <a:cxnLst/>
            <a:rect l="l" t="t" r="r" b="b"/>
            <a:pathLst>
              <a:path w="5407164" h="286683">
                <a:moveTo>
                  <a:pt x="31853" y="0"/>
                </a:moveTo>
                <a:lnTo>
                  <a:pt x="5375311" y="0"/>
                </a:lnTo>
                <a:cubicBezTo>
                  <a:pt x="5392903" y="0"/>
                  <a:pt x="5407164" y="14261"/>
                  <a:pt x="5407164" y="31853"/>
                </a:cubicBezTo>
                <a:lnTo>
                  <a:pt x="5407164" y="254830"/>
                </a:lnTo>
                <a:cubicBezTo>
                  <a:pt x="5407164" y="272422"/>
                  <a:pt x="5392903" y="286683"/>
                  <a:pt x="5375311" y="286683"/>
                </a:cubicBezTo>
                <a:lnTo>
                  <a:pt x="31853" y="286683"/>
                </a:lnTo>
                <a:cubicBezTo>
                  <a:pt x="14261" y="286683"/>
                  <a:pt x="0" y="272422"/>
                  <a:pt x="0" y="254830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1513" y="3754754"/>
            <a:ext cx="557440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Log Group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95032" y="3770681"/>
            <a:ext cx="1680282" cy="127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/aws/lambda/telegram-bot-lambda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7805" y="4041437"/>
            <a:ext cx="5407164" cy="286683"/>
          </a:xfrm>
          <a:custGeom>
            <a:avLst/>
            <a:gdLst/>
            <a:ahLst/>
            <a:cxnLst/>
            <a:rect l="l" t="t" r="r" b="b"/>
            <a:pathLst>
              <a:path w="5407164" h="286683">
                <a:moveTo>
                  <a:pt x="31853" y="0"/>
                </a:moveTo>
                <a:lnTo>
                  <a:pt x="5375311" y="0"/>
                </a:lnTo>
                <a:cubicBezTo>
                  <a:pt x="5392903" y="0"/>
                  <a:pt x="5407164" y="14261"/>
                  <a:pt x="5407164" y="31853"/>
                </a:cubicBezTo>
                <a:lnTo>
                  <a:pt x="5407164" y="254830"/>
                </a:lnTo>
                <a:cubicBezTo>
                  <a:pt x="5407164" y="272422"/>
                  <a:pt x="5392903" y="286683"/>
                  <a:pt x="5375311" y="286683"/>
                </a:cubicBezTo>
                <a:lnTo>
                  <a:pt x="31853" y="286683"/>
                </a:lnTo>
                <a:cubicBezTo>
                  <a:pt x="14261" y="286683"/>
                  <a:pt x="0" y="272422"/>
                  <a:pt x="0" y="254830"/>
                </a:cubicBezTo>
                <a:lnTo>
                  <a:pt x="0" y="31853"/>
                </a:lnTo>
                <a:cubicBezTo>
                  <a:pt x="0" y="14273"/>
                  <a:pt x="14273" y="0"/>
                  <a:pt x="3185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1513" y="4105144"/>
            <a:ext cx="517622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37823" y="4105144"/>
            <a:ext cx="437988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14 days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4464" y="4582950"/>
            <a:ext cx="5677920" cy="1959002"/>
          </a:xfrm>
          <a:custGeom>
            <a:avLst/>
            <a:gdLst/>
            <a:ahLst/>
            <a:cxnLst/>
            <a:rect l="l" t="t" r="r" b="b"/>
            <a:pathLst>
              <a:path w="5677920" h="1959002">
                <a:moveTo>
                  <a:pt x="0" y="0"/>
                </a:moveTo>
                <a:lnTo>
                  <a:pt x="5677920" y="0"/>
                </a:lnTo>
                <a:lnTo>
                  <a:pt x="5677920" y="1959002"/>
                </a:lnTo>
                <a:lnTo>
                  <a:pt x="0" y="195900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34464" y="4582950"/>
            <a:ext cx="31854" cy="1959002"/>
          </a:xfrm>
          <a:custGeom>
            <a:avLst/>
            <a:gdLst/>
            <a:ahLst/>
            <a:cxnLst/>
            <a:rect l="l" t="t" r="r" b="b"/>
            <a:pathLst>
              <a:path w="31854" h="1959002">
                <a:moveTo>
                  <a:pt x="0" y="0"/>
                </a:moveTo>
                <a:lnTo>
                  <a:pt x="31854" y="0"/>
                </a:lnTo>
                <a:lnTo>
                  <a:pt x="31854" y="1959002"/>
                </a:lnTo>
                <a:lnTo>
                  <a:pt x="0" y="1959002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97714" y="4742218"/>
            <a:ext cx="159268" cy="159268"/>
          </a:xfrm>
          <a:custGeom>
            <a:avLst/>
            <a:gdLst/>
            <a:ahLst/>
            <a:cxnLst/>
            <a:rect l="l" t="t" r="r" b="b"/>
            <a:pathLst>
              <a:path w="159268" h="159268">
                <a:moveTo>
                  <a:pt x="9954" y="19909"/>
                </a:moveTo>
                <a:cubicBezTo>
                  <a:pt x="5941" y="19909"/>
                  <a:pt x="2302" y="22335"/>
                  <a:pt x="747" y="26068"/>
                </a:cubicBezTo>
                <a:cubicBezTo>
                  <a:pt x="-809" y="29801"/>
                  <a:pt x="62" y="34062"/>
                  <a:pt x="2924" y="36893"/>
                </a:cubicBezTo>
                <a:lnTo>
                  <a:pt x="59726" y="93726"/>
                </a:lnTo>
                <a:lnTo>
                  <a:pt x="59726" y="129406"/>
                </a:lnTo>
                <a:cubicBezTo>
                  <a:pt x="59726" y="132050"/>
                  <a:pt x="60783" y="134569"/>
                  <a:pt x="62650" y="136436"/>
                </a:cubicBezTo>
                <a:lnTo>
                  <a:pt x="82558" y="156344"/>
                </a:lnTo>
                <a:cubicBezTo>
                  <a:pt x="85420" y="159206"/>
                  <a:pt x="89682" y="160046"/>
                  <a:pt x="93415" y="158491"/>
                </a:cubicBezTo>
                <a:cubicBezTo>
                  <a:pt x="97148" y="156935"/>
                  <a:pt x="99543" y="153327"/>
                  <a:pt x="99543" y="149314"/>
                </a:cubicBezTo>
                <a:lnTo>
                  <a:pt x="99543" y="93726"/>
                </a:lnTo>
                <a:lnTo>
                  <a:pt x="156344" y="36924"/>
                </a:lnTo>
                <a:cubicBezTo>
                  <a:pt x="159206" y="34062"/>
                  <a:pt x="160046" y="29801"/>
                  <a:pt x="158491" y="26068"/>
                </a:cubicBezTo>
                <a:cubicBezTo>
                  <a:pt x="156935" y="22335"/>
                  <a:pt x="153327" y="19909"/>
                  <a:pt x="149314" y="19909"/>
                </a:cubicBezTo>
                <a:lnTo>
                  <a:pt x="9954" y="19909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6891" y="4710364"/>
            <a:ext cx="5287713" cy="222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Metric Filters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7805" y="5028901"/>
            <a:ext cx="5407164" cy="573366"/>
          </a:xfrm>
          <a:custGeom>
            <a:avLst/>
            <a:gdLst/>
            <a:ahLst/>
            <a:cxnLst/>
            <a:rect l="l" t="t" r="r" b="b"/>
            <a:pathLst>
              <a:path w="5407164" h="573366">
                <a:moveTo>
                  <a:pt x="31856" y="0"/>
                </a:moveTo>
                <a:lnTo>
                  <a:pt x="5375308" y="0"/>
                </a:lnTo>
                <a:cubicBezTo>
                  <a:pt x="5392901" y="0"/>
                  <a:pt x="5407164" y="14263"/>
                  <a:pt x="5407164" y="31856"/>
                </a:cubicBezTo>
                <a:lnTo>
                  <a:pt x="5407164" y="541510"/>
                </a:lnTo>
                <a:cubicBezTo>
                  <a:pt x="5407164" y="559104"/>
                  <a:pt x="5392901" y="573366"/>
                  <a:pt x="5375308" y="573366"/>
                </a:cubicBezTo>
                <a:lnTo>
                  <a:pt x="31856" y="573366"/>
                </a:lnTo>
                <a:cubicBezTo>
                  <a:pt x="14263" y="573366"/>
                  <a:pt x="0" y="559104"/>
                  <a:pt x="0" y="541510"/>
                </a:cubicBezTo>
                <a:lnTo>
                  <a:pt x="0" y="31856"/>
                </a:lnTo>
                <a:cubicBezTo>
                  <a:pt x="0" y="14274"/>
                  <a:pt x="14274" y="0"/>
                  <a:pt x="31856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3366" y="5124462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Error Detection Pattern: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3366" y="5360184"/>
            <a:ext cx="1343031" cy="127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 $.level = "ERROR" }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7805" y="5665975"/>
            <a:ext cx="5407164" cy="748562"/>
          </a:xfrm>
          <a:custGeom>
            <a:avLst/>
            <a:gdLst/>
            <a:ahLst/>
            <a:cxnLst/>
            <a:rect l="l" t="t" r="r" b="b"/>
            <a:pathLst>
              <a:path w="5407164" h="748562">
                <a:moveTo>
                  <a:pt x="31851" y="0"/>
                </a:moveTo>
                <a:lnTo>
                  <a:pt x="5375313" y="0"/>
                </a:lnTo>
                <a:cubicBezTo>
                  <a:pt x="5392904" y="0"/>
                  <a:pt x="5407164" y="14260"/>
                  <a:pt x="5407164" y="31851"/>
                </a:cubicBezTo>
                <a:lnTo>
                  <a:pt x="5407164" y="716710"/>
                </a:lnTo>
                <a:cubicBezTo>
                  <a:pt x="5407164" y="734301"/>
                  <a:pt x="5392904" y="748562"/>
                  <a:pt x="5375313" y="748562"/>
                </a:cubicBezTo>
                <a:lnTo>
                  <a:pt x="31851" y="748562"/>
                </a:lnTo>
                <a:cubicBezTo>
                  <a:pt x="14260" y="748562"/>
                  <a:pt x="0" y="734301"/>
                  <a:pt x="0" y="716710"/>
                </a:cubicBezTo>
                <a:lnTo>
                  <a:pt x="0" y="31851"/>
                </a:lnTo>
                <a:cubicBezTo>
                  <a:pt x="0" y="14272"/>
                  <a:pt x="14272" y="0"/>
                  <a:pt x="31851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73366" y="5761536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Metric Published: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3366" y="5984512"/>
            <a:ext cx="5271786" cy="167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Namespace: </a:t>
            </a:r>
            <a:r>
              <a:rPr lang="en-US" sz="88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TelegramBot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3366" y="6150150"/>
            <a:ext cx="5271786" cy="167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Metric: </a:t>
            </a:r>
            <a:r>
              <a:rPr lang="en-US" sz="88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ErrorCount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0168" y="1146733"/>
            <a:ext cx="5677920" cy="2643856"/>
          </a:xfrm>
          <a:custGeom>
            <a:avLst/>
            <a:gdLst/>
            <a:ahLst/>
            <a:cxnLst/>
            <a:rect l="l" t="t" r="r" b="b"/>
            <a:pathLst>
              <a:path w="5677920" h="2643856">
                <a:moveTo>
                  <a:pt x="0" y="0"/>
                </a:moveTo>
                <a:lnTo>
                  <a:pt x="5677920" y="0"/>
                </a:lnTo>
                <a:lnTo>
                  <a:pt x="5677920" y="2643856"/>
                </a:lnTo>
                <a:lnTo>
                  <a:pt x="0" y="264385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90168" y="1146733"/>
            <a:ext cx="31854" cy="2643856"/>
          </a:xfrm>
          <a:custGeom>
            <a:avLst/>
            <a:gdLst/>
            <a:ahLst/>
            <a:cxnLst/>
            <a:rect l="l" t="t" r="r" b="b"/>
            <a:pathLst>
              <a:path w="31854" h="2643856">
                <a:moveTo>
                  <a:pt x="0" y="0"/>
                </a:moveTo>
                <a:lnTo>
                  <a:pt x="31854" y="0"/>
                </a:lnTo>
                <a:lnTo>
                  <a:pt x="31854" y="2643856"/>
                </a:lnTo>
                <a:lnTo>
                  <a:pt x="0" y="2643856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63372" y="1306001"/>
            <a:ext cx="139360" cy="159268"/>
          </a:xfrm>
          <a:custGeom>
            <a:avLst/>
            <a:gdLst/>
            <a:ahLst/>
            <a:cxnLst/>
            <a:rect l="l" t="t" r="r" b="b"/>
            <a:pathLst>
              <a:path w="139360" h="159268">
                <a:moveTo>
                  <a:pt x="69680" y="0"/>
                </a:moveTo>
                <a:cubicBezTo>
                  <a:pt x="64174" y="0"/>
                  <a:pt x="59726" y="4448"/>
                  <a:pt x="59726" y="9954"/>
                </a:cubicBezTo>
                <a:lnTo>
                  <a:pt x="59726" y="10950"/>
                </a:lnTo>
                <a:cubicBezTo>
                  <a:pt x="37017" y="15554"/>
                  <a:pt x="19909" y="35649"/>
                  <a:pt x="19909" y="59726"/>
                </a:cubicBezTo>
                <a:lnTo>
                  <a:pt x="19909" y="66476"/>
                </a:lnTo>
                <a:cubicBezTo>
                  <a:pt x="19909" y="81438"/>
                  <a:pt x="14807" y="95965"/>
                  <a:pt x="5475" y="107662"/>
                </a:cubicBezTo>
                <a:lnTo>
                  <a:pt x="2426" y="111457"/>
                </a:lnTo>
                <a:cubicBezTo>
                  <a:pt x="840" y="113417"/>
                  <a:pt x="0" y="115843"/>
                  <a:pt x="0" y="118363"/>
                </a:cubicBezTo>
                <a:cubicBezTo>
                  <a:pt x="0" y="124460"/>
                  <a:pt x="4946" y="129406"/>
                  <a:pt x="11043" y="129406"/>
                </a:cubicBezTo>
                <a:lnTo>
                  <a:pt x="128286" y="129406"/>
                </a:lnTo>
                <a:cubicBezTo>
                  <a:pt x="134383" y="129406"/>
                  <a:pt x="139329" y="124460"/>
                  <a:pt x="139329" y="118363"/>
                </a:cubicBezTo>
                <a:cubicBezTo>
                  <a:pt x="139329" y="115843"/>
                  <a:pt x="138489" y="113417"/>
                  <a:pt x="136902" y="111457"/>
                </a:cubicBezTo>
                <a:lnTo>
                  <a:pt x="133854" y="107662"/>
                </a:lnTo>
                <a:cubicBezTo>
                  <a:pt x="124553" y="95965"/>
                  <a:pt x="119451" y="81438"/>
                  <a:pt x="119451" y="66476"/>
                </a:cubicBezTo>
                <a:lnTo>
                  <a:pt x="119451" y="59726"/>
                </a:lnTo>
                <a:cubicBezTo>
                  <a:pt x="119451" y="35649"/>
                  <a:pt x="102342" y="15554"/>
                  <a:pt x="79634" y="10950"/>
                </a:cubicBezTo>
                <a:lnTo>
                  <a:pt x="79634" y="9954"/>
                </a:lnTo>
                <a:cubicBezTo>
                  <a:pt x="79634" y="4448"/>
                  <a:pt x="75186" y="0"/>
                  <a:pt x="69680" y="0"/>
                </a:cubicBezTo>
                <a:close/>
                <a:moveTo>
                  <a:pt x="50394" y="144337"/>
                </a:moveTo>
                <a:cubicBezTo>
                  <a:pt x="52602" y="152923"/>
                  <a:pt x="60410" y="159268"/>
                  <a:pt x="69680" y="159268"/>
                </a:cubicBezTo>
                <a:cubicBezTo>
                  <a:pt x="78950" y="159268"/>
                  <a:pt x="86758" y="152923"/>
                  <a:pt x="88966" y="144337"/>
                </a:cubicBezTo>
                <a:lnTo>
                  <a:pt x="50394" y="144337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32595" y="1274148"/>
            <a:ext cx="5287713" cy="222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CloudWatch Alarms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3509" y="1592685"/>
            <a:ext cx="5407164" cy="987464"/>
          </a:xfrm>
          <a:custGeom>
            <a:avLst/>
            <a:gdLst/>
            <a:ahLst/>
            <a:cxnLst/>
            <a:rect l="l" t="t" r="r" b="b"/>
            <a:pathLst>
              <a:path w="5407164" h="987464">
                <a:moveTo>
                  <a:pt x="31856" y="0"/>
                </a:moveTo>
                <a:lnTo>
                  <a:pt x="5375308" y="0"/>
                </a:lnTo>
                <a:cubicBezTo>
                  <a:pt x="5392902" y="0"/>
                  <a:pt x="5407164" y="14262"/>
                  <a:pt x="5407164" y="31856"/>
                </a:cubicBezTo>
                <a:lnTo>
                  <a:pt x="5407164" y="955609"/>
                </a:lnTo>
                <a:cubicBezTo>
                  <a:pt x="5407164" y="973202"/>
                  <a:pt x="5392902" y="987464"/>
                  <a:pt x="5375308" y="987464"/>
                </a:cubicBezTo>
                <a:lnTo>
                  <a:pt x="31856" y="987464"/>
                </a:lnTo>
                <a:cubicBezTo>
                  <a:pt x="14262" y="987464"/>
                  <a:pt x="0" y="973202"/>
                  <a:pt x="0" y="955609"/>
                </a:cubicBezTo>
                <a:lnTo>
                  <a:pt x="0" y="31856"/>
                </a:lnTo>
                <a:cubicBezTo>
                  <a:pt x="0" y="14274"/>
                  <a:pt x="14274" y="0"/>
                  <a:pt x="31856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29070" y="1688246"/>
            <a:ext cx="979501" cy="191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Error Rate Alarm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129879" y="1688246"/>
            <a:ext cx="517622" cy="191122"/>
          </a:xfrm>
          <a:custGeom>
            <a:avLst/>
            <a:gdLst/>
            <a:ahLst/>
            <a:cxnLst/>
            <a:rect l="l" t="t" r="r" b="b"/>
            <a:pathLst>
              <a:path w="517622" h="191122">
                <a:moveTo>
                  <a:pt x="31854" y="0"/>
                </a:moveTo>
                <a:lnTo>
                  <a:pt x="485768" y="0"/>
                </a:lnTo>
                <a:cubicBezTo>
                  <a:pt x="503361" y="0"/>
                  <a:pt x="517622" y="14262"/>
                  <a:pt x="517622" y="31854"/>
                </a:cubicBezTo>
                <a:lnTo>
                  <a:pt x="517622" y="159268"/>
                </a:lnTo>
                <a:cubicBezTo>
                  <a:pt x="517622" y="176860"/>
                  <a:pt x="503361" y="191122"/>
                  <a:pt x="485768" y="191122"/>
                </a:cubicBezTo>
                <a:lnTo>
                  <a:pt x="31854" y="191122"/>
                </a:lnTo>
                <a:cubicBezTo>
                  <a:pt x="14262" y="191122"/>
                  <a:pt x="0" y="176860"/>
                  <a:pt x="0" y="159268"/>
                </a:cubicBezTo>
                <a:lnTo>
                  <a:pt x="0" y="31854"/>
                </a:lnTo>
                <a:cubicBezTo>
                  <a:pt x="0" y="14262"/>
                  <a:pt x="14262" y="0"/>
                  <a:pt x="31854" y="0"/>
                </a:cubicBezTo>
                <a:close/>
              </a:path>
            </a:pathLst>
          </a:custGeom>
          <a:solidFill>
            <a:srgbClr val="FB2C36">
              <a:alpha val="3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1129879" y="1688246"/>
            <a:ext cx="565403" cy="191122"/>
          </a:xfrm>
          <a:prstGeom prst="rect">
            <a:avLst/>
          </a:prstGeom>
          <a:noFill/>
        </p:spPr>
        <p:txBody>
          <a:bodyPr wrap="square" lIns="63707" tIns="31854" rIns="63707" bIns="31854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646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CRITICAL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29070" y="1943075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Metric: ErrorCount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29070" y="2134197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Threshold: &gt; 5 errors in 5 minutes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29070" y="2325319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Action: SNS notification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3509" y="2675710"/>
            <a:ext cx="5407164" cy="987464"/>
          </a:xfrm>
          <a:custGeom>
            <a:avLst/>
            <a:gdLst/>
            <a:ahLst/>
            <a:cxnLst/>
            <a:rect l="l" t="t" r="r" b="b"/>
            <a:pathLst>
              <a:path w="5407164" h="987464">
                <a:moveTo>
                  <a:pt x="31856" y="0"/>
                </a:moveTo>
                <a:lnTo>
                  <a:pt x="5375308" y="0"/>
                </a:lnTo>
                <a:cubicBezTo>
                  <a:pt x="5392902" y="0"/>
                  <a:pt x="5407164" y="14262"/>
                  <a:pt x="5407164" y="31856"/>
                </a:cubicBezTo>
                <a:lnTo>
                  <a:pt x="5407164" y="955609"/>
                </a:lnTo>
                <a:cubicBezTo>
                  <a:pt x="5407164" y="973202"/>
                  <a:pt x="5392902" y="987464"/>
                  <a:pt x="5375308" y="987464"/>
                </a:cubicBezTo>
                <a:lnTo>
                  <a:pt x="31856" y="987464"/>
                </a:lnTo>
                <a:cubicBezTo>
                  <a:pt x="14262" y="987464"/>
                  <a:pt x="0" y="973202"/>
                  <a:pt x="0" y="955609"/>
                </a:cubicBezTo>
                <a:lnTo>
                  <a:pt x="0" y="31856"/>
                </a:lnTo>
                <a:cubicBezTo>
                  <a:pt x="0" y="14274"/>
                  <a:pt x="14274" y="0"/>
                  <a:pt x="31856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29070" y="2771271"/>
            <a:ext cx="852086" cy="191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Latency Alarm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73935" y="2771271"/>
            <a:ext cx="573366" cy="191122"/>
          </a:xfrm>
          <a:custGeom>
            <a:avLst/>
            <a:gdLst/>
            <a:ahLst/>
            <a:cxnLst/>
            <a:rect l="l" t="t" r="r" b="b"/>
            <a:pathLst>
              <a:path w="573366" h="191122">
                <a:moveTo>
                  <a:pt x="31854" y="0"/>
                </a:moveTo>
                <a:lnTo>
                  <a:pt x="541512" y="0"/>
                </a:lnTo>
                <a:cubicBezTo>
                  <a:pt x="559105" y="0"/>
                  <a:pt x="573366" y="14262"/>
                  <a:pt x="573366" y="31854"/>
                </a:cubicBezTo>
                <a:lnTo>
                  <a:pt x="573366" y="159268"/>
                </a:lnTo>
                <a:cubicBezTo>
                  <a:pt x="573366" y="176860"/>
                  <a:pt x="559105" y="191122"/>
                  <a:pt x="541512" y="191122"/>
                </a:cubicBezTo>
                <a:lnTo>
                  <a:pt x="31854" y="191122"/>
                </a:lnTo>
                <a:cubicBezTo>
                  <a:pt x="14262" y="191122"/>
                  <a:pt x="0" y="176860"/>
                  <a:pt x="0" y="159268"/>
                </a:cubicBezTo>
                <a:lnTo>
                  <a:pt x="0" y="31854"/>
                </a:lnTo>
                <a:cubicBezTo>
                  <a:pt x="0" y="14262"/>
                  <a:pt x="14262" y="0"/>
                  <a:pt x="31854" y="0"/>
                </a:cubicBezTo>
                <a:close/>
              </a:path>
            </a:pathLst>
          </a:custGeom>
          <a:solidFill>
            <a:srgbClr val="F0B100">
              <a:alpha val="3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1073935" y="2771271"/>
            <a:ext cx="621147" cy="191122"/>
          </a:xfrm>
          <a:prstGeom prst="rect">
            <a:avLst/>
          </a:prstGeom>
          <a:noFill/>
        </p:spPr>
        <p:txBody>
          <a:bodyPr wrap="square" lIns="63707" tIns="31854" rIns="63707" bIns="31854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DC70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WARNING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9070" y="3026101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Metric: Lambda Duration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29070" y="3217223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Threshold: &gt; 10 seconds (p95)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29070" y="3408345"/>
            <a:ext cx="5271786" cy="159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Action: CloudWatch notification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7426" y="3921189"/>
            <a:ext cx="5692254" cy="2236129"/>
          </a:xfrm>
          <a:custGeom>
            <a:avLst/>
            <a:gdLst/>
            <a:ahLst/>
            <a:cxnLst/>
            <a:rect l="l" t="t" r="r" b="b"/>
            <a:pathLst>
              <a:path w="5692254" h="2236129">
                <a:moveTo>
                  <a:pt x="0" y="0"/>
                </a:moveTo>
                <a:lnTo>
                  <a:pt x="5692254" y="0"/>
                </a:lnTo>
                <a:lnTo>
                  <a:pt x="5692254" y="2236129"/>
                </a:lnTo>
                <a:lnTo>
                  <a:pt x="0" y="2236129"/>
                </a:lnTo>
                <a:lnTo>
                  <a:pt x="0" y="0"/>
                </a:lnTo>
                <a:close/>
              </a:path>
            </a:pathLst>
          </a:custGeom>
          <a:solidFill>
            <a:srgbClr val="2D3136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27935" y="4091605"/>
            <a:ext cx="143342" cy="143342"/>
          </a:xfrm>
          <a:custGeom>
            <a:avLst/>
            <a:gdLst/>
            <a:ahLst/>
            <a:cxnLst/>
            <a:rect l="l" t="t" r="r" b="b"/>
            <a:pathLst>
              <a:path w="143342" h="143342">
                <a:moveTo>
                  <a:pt x="116465" y="58233"/>
                </a:moveTo>
                <a:cubicBezTo>
                  <a:pt x="116465" y="71083"/>
                  <a:pt x="112294" y="82953"/>
                  <a:pt x="105266" y="92584"/>
                </a:cubicBezTo>
                <a:lnTo>
                  <a:pt x="140710" y="128056"/>
                </a:lnTo>
                <a:cubicBezTo>
                  <a:pt x="144209" y="131555"/>
                  <a:pt x="144209" y="137238"/>
                  <a:pt x="140710" y="140738"/>
                </a:cubicBezTo>
                <a:cubicBezTo>
                  <a:pt x="137210" y="144237"/>
                  <a:pt x="131527" y="144237"/>
                  <a:pt x="128028" y="140738"/>
                </a:cubicBezTo>
                <a:lnTo>
                  <a:pt x="92584" y="105266"/>
                </a:lnTo>
                <a:cubicBezTo>
                  <a:pt x="82953" y="112294"/>
                  <a:pt x="71083" y="116465"/>
                  <a:pt x="58233" y="116465"/>
                </a:cubicBezTo>
                <a:cubicBezTo>
                  <a:pt x="26065" y="116465"/>
                  <a:pt x="0" y="90400"/>
                  <a:pt x="0" y="58233"/>
                </a:cubicBezTo>
                <a:cubicBezTo>
                  <a:pt x="0" y="26065"/>
                  <a:pt x="26065" y="0"/>
                  <a:pt x="58233" y="0"/>
                </a:cubicBezTo>
                <a:cubicBezTo>
                  <a:pt x="90400" y="0"/>
                  <a:pt x="116465" y="26065"/>
                  <a:pt x="116465" y="58233"/>
                </a:cubicBezTo>
                <a:close/>
                <a:moveTo>
                  <a:pt x="58233" y="98547"/>
                </a:moveTo>
                <a:cubicBezTo>
                  <a:pt x="80483" y="98547"/>
                  <a:pt x="98547" y="80483"/>
                  <a:pt x="98547" y="58233"/>
                </a:cubicBezTo>
                <a:cubicBezTo>
                  <a:pt x="98547" y="35982"/>
                  <a:pt x="80483" y="17918"/>
                  <a:pt x="58233" y="17918"/>
                </a:cubicBezTo>
                <a:cubicBezTo>
                  <a:pt x="35982" y="17918"/>
                  <a:pt x="17918" y="35982"/>
                  <a:pt x="17918" y="58233"/>
                </a:cubicBezTo>
                <a:cubicBezTo>
                  <a:pt x="17918" y="80483"/>
                  <a:pt x="35982" y="98547"/>
                  <a:pt x="58233" y="9854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91185" y="4051788"/>
            <a:ext cx="5319566" cy="222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CloudWatch Insights Queries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8026" y="4370325"/>
            <a:ext cx="5431054" cy="796342"/>
          </a:xfrm>
          <a:custGeom>
            <a:avLst/>
            <a:gdLst/>
            <a:ahLst/>
            <a:cxnLst/>
            <a:rect l="l" t="t" r="r" b="b"/>
            <a:pathLst>
              <a:path w="5431054" h="796342">
                <a:moveTo>
                  <a:pt x="31854" y="0"/>
                </a:moveTo>
                <a:lnTo>
                  <a:pt x="5399201" y="0"/>
                </a:lnTo>
                <a:cubicBezTo>
                  <a:pt x="5416793" y="0"/>
                  <a:pt x="5431054" y="14261"/>
                  <a:pt x="5431054" y="31854"/>
                </a:cubicBezTo>
                <a:lnTo>
                  <a:pt x="5431054" y="764489"/>
                </a:lnTo>
                <a:cubicBezTo>
                  <a:pt x="5431054" y="782081"/>
                  <a:pt x="5416793" y="796342"/>
                  <a:pt x="5399201" y="796342"/>
                </a:cubicBezTo>
                <a:lnTo>
                  <a:pt x="31854" y="796342"/>
                </a:lnTo>
                <a:cubicBezTo>
                  <a:pt x="14261" y="796342"/>
                  <a:pt x="0" y="782081"/>
                  <a:pt x="0" y="764489"/>
                </a:cubicBez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71734" y="4434032"/>
            <a:ext cx="5351420" cy="127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Find all errors in last hour: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71734" y="4593207"/>
            <a:ext cx="1624040" cy="496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fields @timestamp, @message | filter @message like /ERROR/ | sort @timestamp desc | limit 100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8026" y="5229877"/>
            <a:ext cx="5431054" cy="796342"/>
          </a:xfrm>
          <a:custGeom>
            <a:avLst/>
            <a:gdLst/>
            <a:ahLst/>
            <a:cxnLst/>
            <a:rect l="l" t="t" r="r" b="b"/>
            <a:pathLst>
              <a:path w="5431054" h="796342">
                <a:moveTo>
                  <a:pt x="31854" y="0"/>
                </a:moveTo>
                <a:lnTo>
                  <a:pt x="5399201" y="0"/>
                </a:lnTo>
                <a:cubicBezTo>
                  <a:pt x="5416793" y="0"/>
                  <a:pt x="5431054" y="14261"/>
                  <a:pt x="5431054" y="31854"/>
                </a:cubicBezTo>
                <a:lnTo>
                  <a:pt x="5431054" y="764489"/>
                </a:lnTo>
                <a:cubicBezTo>
                  <a:pt x="5431054" y="782081"/>
                  <a:pt x="5416793" y="796342"/>
                  <a:pt x="5399201" y="796342"/>
                </a:cubicBezTo>
                <a:lnTo>
                  <a:pt x="31854" y="796342"/>
                </a:lnTo>
                <a:cubicBezTo>
                  <a:pt x="14261" y="796342"/>
                  <a:pt x="0" y="782081"/>
                  <a:pt x="0" y="764489"/>
                </a:cubicBezTo>
                <a:lnTo>
                  <a:pt x="0" y="31854"/>
                </a:lnTo>
                <a:cubicBezTo>
                  <a:pt x="0" y="14273"/>
                  <a:pt x="14273" y="0"/>
                  <a:pt x="3185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371734" y="5293584"/>
            <a:ext cx="5351420" cy="127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Find slow Lambda executions: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71734" y="5452759"/>
            <a:ext cx="1361347" cy="496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filter @type = "REPORT" | fields @duration | filter @duration &gt; 3000 | sort @duration desc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4241" y="6286928"/>
            <a:ext cx="1831587" cy="528354"/>
          </a:xfrm>
          <a:custGeom>
            <a:avLst/>
            <a:gdLst/>
            <a:ahLst/>
            <a:cxnLst/>
            <a:rect l="l" t="t" r="r" b="b"/>
            <a:pathLst>
              <a:path w="1831587" h="573366">
                <a:moveTo>
                  <a:pt x="0" y="0"/>
                </a:moveTo>
                <a:lnTo>
                  <a:pt x="1831587" y="0"/>
                </a:lnTo>
                <a:lnTo>
                  <a:pt x="1831587" y="573366"/>
                </a:lnTo>
                <a:lnTo>
                  <a:pt x="0" y="57336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222021" y="6317174"/>
            <a:ext cx="1736026" cy="254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45912" y="6571902"/>
            <a:ext cx="1688246" cy="127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Log Streaming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04873" y="6286928"/>
            <a:ext cx="1831587" cy="528354"/>
          </a:xfrm>
          <a:custGeom>
            <a:avLst/>
            <a:gdLst/>
            <a:ahLst/>
            <a:cxnLst/>
            <a:rect l="l" t="t" r="r" b="b"/>
            <a:pathLst>
              <a:path w="1831587" h="573366">
                <a:moveTo>
                  <a:pt x="0" y="0"/>
                </a:moveTo>
                <a:lnTo>
                  <a:pt x="1831587" y="0"/>
                </a:lnTo>
                <a:lnTo>
                  <a:pt x="1831587" y="573366"/>
                </a:lnTo>
                <a:lnTo>
                  <a:pt x="0" y="57336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152654" y="6317174"/>
            <a:ext cx="1736026" cy="254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76544" y="6571902"/>
            <a:ext cx="1688246" cy="127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035605" y="6286928"/>
            <a:ext cx="1831587" cy="528354"/>
          </a:xfrm>
          <a:custGeom>
            <a:avLst/>
            <a:gdLst/>
            <a:ahLst/>
            <a:cxnLst/>
            <a:rect l="l" t="t" r="r" b="b"/>
            <a:pathLst>
              <a:path w="1831587" h="573366">
                <a:moveTo>
                  <a:pt x="0" y="0"/>
                </a:moveTo>
                <a:lnTo>
                  <a:pt x="1831587" y="0"/>
                </a:lnTo>
                <a:lnTo>
                  <a:pt x="1831587" y="573366"/>
                </a:lnTo>
                <a:lnTo>
                  <a:pt x="0" y="573366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0083385" y="6317174"/>
            <a:ext cx="1736026" cy="254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107276" y="6571902"/>
            <a:ext cx="1688246" cy="127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Alerting</a:t>
            </a:r>
            <a:endParaRPr lang="en-US" sz="1600" dirty="0"/>
          </a:p>
        </p:txBody>
      </p:sp>
      <p:sp>
        <p:nvSpPr>
          <p:cNvPr id="65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2"/>
          <p:cNvSpPr/>
          <p:nvPr/>
        </p:nvSpPr>
        <p:spPr>
          <a:xfrm>
            <a:off x="340767" y="5537203"/>
            <a:ext cx="5705475" cy="1236516"/>
          </a:xfrm>
          <a:custGeom>
            <a:avLst/>
            <a:gdLst/>
            <a:ahLst/>
            <a:cxnLst/>
            <a:rect l="l" t="t" r="r" b="b"/>
            <a:pathLst>
              <a:path w="5705475" h="467360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4578352"/>
                </a:lnTo>
                <a:cubicBezTo>
                  <a:pt x="5705475" y="4630956"/>
                  <a:pt x="5662831" y="4673600"/>
                  <a:pt x="5610227" y="4673600"/>
                </a:cubicBezTo>
                <a:lnTo>
                  <a:pt x="95248" y="4673600"/>
                </a:lnTo>
                <a:cubicBezTo>
                  <a:pt x="42644" y="4673600"/>
                  <a:pt x="0" y="4630956"/>
                  <a:pt x="0" y="45783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8A265"/>
                </a:solidFill>
                <a:latin typeface="Quattrocento Sans" panose="020B0502050000020003" pitchFamily="34" charset="0"/>
              </a:rPr>
              <a:t>DEPLOYMENT, TESTING &amp; LOCAL DEVELOPMENT</a:t>
            </a:r>
          </a:p>
        </p:txBody>
      </p:sp>
      <p:sp>
        <p:nvSpPr>
          <p:cNvPr id="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Deployment Process &amp; Testing Strategy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20675" y="987425"/>
            <a:ext cx="5705475" cy="4387850"/>
          </a:xfrm>
          <a:custGeom>
            <a:avLst/>
            <a:gdLst/>
            <a:ahLst/>
            <a:cxnLst/>
            <a:rect l="l" t="t" r="r" b="b"/>
            <a:pathLst>
              <a:path w="5705475" h="4387850">
                <a:moveTo>
                  <a:pt x="95260" y="0"/>
                </a:moveTo>
                <a:lnTo>
                  <a:pt x="5610215" y="0"/>
                </a:lnTo>
                <a:cubicBezTo>
                  <a:pt x="5662826" y="0"/>
                  <a:pt x="5705475" y="42649"/>
                  <a:pt x="5705475" y="95260"/>
                </a:cubicBezTo>
                <a:lnTo>
                  <a:pt x="5705475" y="4292590"/>
                </a:lnTo>
                <a:cubicBezTo>
                  <a:pt x="5705475" y="4345201"/>
                  <a:pt x="5662826" y="4387850"/>
                  <a:pt x="5610215" y="4387850"/>
                </a:cubicBezTo>
                <a:lnTo>
                  <a:pt x="95260" y="4387850"/>
                </a:lnTo>
                <a:cubicBezTo>
                  <a:pt x="42649" y="4387850"/>
                  <a:pt x="0" y="4345201"/>
                  <a:pt x="0" y="4292590"/>
                </a:cubicBezTo>
                <a:lnTo>
                  <a:pt x="0" y="95260"/>
                </a:lnTo>
                <a:cubicBezTo>
                  <a:pt x="0" y="42685"/>
                  <a:pt x="42685" y="0"/>
                  <a:pt x="9526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470694" y="11493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649287" y="1117602"/>
            <a:ext cx="532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Step-by-Step Deployment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450850" y="14351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19100" y="143510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0100" y="14351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Clone &amp; Configure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00100" y="16256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git clone, cd, aws configure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0850" y="18796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19100" y="187960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0100" y="18796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Configure Variables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00100" y="20701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Create terraform.tfvars with tokens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50850" y="23241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19100" y="232410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0100" y="23241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Initialize Terraform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00100" y="25146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cd terraform, terraform init (~30s)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50850" y="27686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19100" y="276860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00100" y="27686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Review &amp; Apply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00100" y="29591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terraform plan, terraform apply (~2-3min)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50850" y="32131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419100" y="321310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00100" y="32131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Set Webhook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800100" y="34036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curl Telegram API with API Gateway URL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50850" y="36576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419100" y="3657602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00100" y="36576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Verify &amp; Test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00100" y="3848102"/>
            <a:ext cx="515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getWebhookInfo, send /start to bot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419100" y="5607049"/>
            <a:ext cx="5580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Deployment Timeline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35" name="Shape 31"/>
          <p:cNvSpPr/>
          <p:nvPr/>
        </p:nvSpPr>
        <p:spPr>
          <a:xfrm>
            <a:off x="419100" y="5892799"/>
            <a:ext cx="1793875" cy="539750"/>
          </a:xfrm>
          <a:custGeom>
            <a:avLst/>
            <a:gdLst/>
            <a:ahLst/>
            <a:cxnLst/>
            <a:rect l="l" t="t" r="r" b="b"/>
            <a:pathLst>
              <a:path w="1793875" h="539750">
                <a:moveTo>
                  <a:pt x="63502" y="0"/>
                </a:moveTo>
                <a:lnTo>
                  <a:pt x="1730373" y="0"/>
                </a:lnTo>
                <a:cubicBezTo>
                  <a:pt x="1765444" y="0"/>
                  <a:pt x="1793875" y="28431"/>
                  <a:pt x="1793875" y="63502"/>
                </a:cubicBezTo>
                <a:lnTo>
                  <a:pt x="1793875" y="476248"/>
                </a:lnTo>
                <a:cubicBezTo>
                  <a:pt x="1793875" y="511319"/>
                  <a:pt x="1765444" y="539750"/>
                  <a:pt x="1730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442912" y="5956299"/>
            <a:ext cx="1746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~30s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37" name="Text 33"/>
          <p:cNvSpPr/>
          <p:nvPr/>
        </p:nvSpPr>
        <p:spPr>
          <a:xfrm>
            <a:off x="450850" y="6178549"/>
            <a:ext cx="1730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terraform init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2277467" y="5892799"/>
            <a:ext cx="1793875" cy="539750"/>
          </a:xfrm>
          <a:custGeom>
            <a:avLst/>
            <a:gdLst/>
            <a:ahLst/>
            <a:cxnLst/>
            <a:rect l="l" t="t" r="r" b="b"/>
            <a:pathLst>
              <a:path w="1793875" h="539750">
                <a:moveTo>
                  <a:pt x="63502" y="0"/>
                </a:moveTo>
                <a:lnTo>
                  <a:pt x="1730373" y="0"/>
                </a:lnTo>
                <a:cubicBezTo>
                  <a:pt x="1765444" y="0"/>
                  <a:pt x="1793875" y="28431"/>
                  <a:pt x="1793875" y="63502"/>
                </a:cubicBezTo>
                <a:lnTo>
                  <a:pt x="1793875" y="476248"/>
                </a:lnTo>
                <a:cubicBezTo>
                  <a:pt x="1793875" y="511319"/>
                  <a:pt x="1765444" y="539750"/>
                  <a:pt x="1730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2301280" y="5956299"/>
            <a:ext cx="1746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~15s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0" name="Text 36"/>
          <p:cNvSpPr/>
          <p:nvPr/>
        </p:nvSpPr>
        <p:spPr>
          <a:xfrm>
            <a:off x="2309217" y="6178549"/>
            <a:ext cx="1730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terraform plan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4135934" y="5892799"/>
            <a:ext cx="1793875" cy="539750"/>
          </a:xfrm>
          <a:custGeom>
            <a:avLst/>
            <a:gdLst/>
            <a:ahLst/>
            <a:cxnLst/>
            <a:rect l="l" t="t" r="r" b="b"/>
            <a:pathLst>
              <a:path w="1793875" h="539750">
                <a:moveTo>
                  <a:pt x="63502" y="0"/>
                </a:moveTo>
                <a:lnTo>
                  <a:pt x="1730373" y="0"/>
                </a:lnTo>
                <a:cubicBezTo>
                  <a:pt x="1765444" y="0"/>
                  <a:pt x="1793875" y="28431"/>
                  <a:pt x="1793875" y="63502"/>
                </a:cubicBezTo>
                <a:lnTo>
                  <a:pt x="1793875" y="476248"/>
                </a:lnTo>
                <a:cubicBezTo>
                  <a:pt x="1793875" y="511319"/>
                  <a:pt x="1765444" y="539750"/>
                  <a:pt x="1730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4159746" y="5956299"/>
            <a:ext cx="1746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~2-3min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3" name="Text 39"/>
          <p:cNvSpPr/>
          <p:nvPr/>
        </p:nvSpPr>
        <p:spPr>
          <a:xfrm>
            <a:off x="4167684" y="6178549"/>
            <a:ext cx="1730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terraform apply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387350" y="6496049"/>
            <a:ext cx="557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Total Deployment</a:t>
            </a:r>
            <a:r>
              <a:rPr lang="en-US" sz="10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: </a:t>
            </a:r>
            <a:r>
              <a:rPr lang="en-US" sz="100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~3-4 minutes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5" name="Shape 41"/>
          <p:cNvSpPr/>
          <p:nvPr/>
        </p:nvSpPr>
        <p:spPr>
          <a:xfrm>
            <a:off x="6162675" y="987425"/>
            <a:ext cx="5705475" cy="2832100"/>
          </a:xfrm>
          <a:custGeom>
            <a:avLst/>
            <a:gdLst/>
            <a:ahLst/>
            <a:cxnLst/>
            <a:rect l="l" t="t" r="r" b="b"/>
            <a:pathLst>
              <a:path w="5705475" h="2832100">
                <a:moveTo>
                  <a:pt x="95244" y="0"/>
                </a:moveTo>
                <a:lnTo>
                  <a:pt x="5610231" y="0"/>
                </a:lnTo>
                <a:cubicBezTo>
                  <a:pt x="5662833" y="0"/>
                  <a:pt x="5705475" y="42642"/>
                  <a:pt x="5705475" y="95244"/>
                </a:cubicBezTo>
                <a:lnTo>
                  <a:pt x="5705475" y="2736856"/>
                </a:lnTo>
                <a:cubicBezTo>
                  <a:pt x="5705475" y="2789458"/>
                  <a:pt x="5662833" y="2832100"/>
                  <a:pt x="5610231" y="2832100"/>
                </a:cubicBezTo>
                <a:lnTo>
                  <a:pt x="95244" y="2832100"/>
                </a:lnTo>
                <a:cubicBezTo>
                  <a:pt x="42642" y="2832100"/>
                  <a:pt x="0" y="2789458"/>
                  <a:pt x="0" y="2736856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2"/>
          <p:cNvSpPr/>
          <p:nvPr/>
        </p:nvSpPr>
        <p:spPr>
          <a:xfrm>
            <a:off x="6302772" y="11493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6491287" y="1117602"/>
            <a:ext cx="532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LocalStack Cloud Emulation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48" name="Text 44"/>
          <p:cNvSpPr/>
          <p:nvPr/>
        </p:nvSpPr>
        <p:spPr>
          <a:xfrm>
            <a:off x="6292850" y="1435102"/>
            <a:ext cx="5508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LocalStack runs API Gateway, Lambda, and IAM inside Docker, allowing developers to test routes, authorizers, and integrations without AWS costs or latency.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6316662" y="194310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6515100" y="1911352"/>
            <a:ext cx="2643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Hot-reloading:</a:t>
            </a: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Rapid iteration of function code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6316662" y="219710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Text 48"/>
          <p:cNvSpPr/>
          <p:nvPr/>
        </p:nvSpPr>
        <p:spPr>
          <a:xfrm>
            <a:off x="6515100" y="2165352"/>
            <a:ext cx="2405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Local logs:</a:t>
            </a: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Easy debugging on your laptop</a:t>
            </a:r>
            <a:endParaRPr lang="en-US" sz="1600" dirty="0"/>
          </a:p>
        </p:txBody>
      </p:sp>
      <p:sp>
        <p:nvSpPr>
          <p:cNvPr id="53" name="Shape 49"/>
          <p:cNvSpPr/>
          <p:nvPr/>
        </p:nvSpPr>
        <p:spPr>
          <a:xfrm>
            <a:off x="6316662" y="245110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6515100" y="2419352"/>
            <a:ext cx="273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Zero cost:</a:t>
            </a:r>
            <a:r>
              <a:rPr lang="en-US" sz="100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 No AWS charges during development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6292850" y="2705102"/>
            <a:ext cx="5445125" cy="984250"/>
          </a:xfrm>
          <a:custGeom>
            <a:avLst/>
            <a:gdLst/>
            <a:ahLst/>
            <a:cxnLst/>
            <a:rect l="l" t="t" r="r" b="b"/>
            <a:pathLst>
              <a:path w="5445125" h="984250">
                <a:moveTo>
                  <a:pt x="63504" y="0"/>
                </a:moveTo>
                <a:lnTo>
                  <a:pt x="5381621" y="0"/>
                </a:lnTo>
                <a:cubicBezTo>
                  <a:pt x="5416693" y="0"/>
                  <a:pt x="5445125" y="28432"/>
                  <a:pt x="5445125" y="63504"/>
                </a:cubicBezTo>
                <a:lnTo>
                  <a:pt x="5445125" y="920746"/>
                </a:lnTo>
                <a:cubicBezTo>
                  <a:pt x="5445125" y="955818"/>
                  <a:pt x="5416693" y="984250"/>
                  <a:pt x="5381621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6388100" y="2800352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awslocal commands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57" name="Text 53"/>
          <p:cNvSpPr/>
          <p:nvPr/>
        </p:nvSpPr>
        <p:spPr>
          <a:xfrm>
            <a:off x="6388100" y="3022602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awslocal lambda create-function ...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6388100" y="3213102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awslocal apigateway create-rest-api ...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6388100" y="3403602"/>
            <a:ext cx="531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awslocal dynamodb list-tables</a:t>
            </a:r>
            <a:endParaRPr lang="en-US" sz="1600" dirty="0"/>
          </a:p>
        </p:txBody>
      </p:sp>
      <p:sp>
        <p:nvSpPr>
          <p:cNvPr id="60" name="Shape 56"/>
          <p:cNvSpPr/>
          <p:nvPr/>
        </p:nvSpPr>
        <p:spPr>
          <a:xfrm>
            <a:off x="6162675" y="3952876"/>
            <a:ext cx="5705475" cy="2832100"/>
          </a:xfrm>
          <a:custGeom>
            <a:avLst/>
            <a:gdLst/>
            <a:ahLst/>
            <a:cxnLst/>
            <a:rect l="l" t="t" r="r" b="b"/>
            <a:pathLst>
              <a:path w="5705475" h="2832100">
                <a:moveTo>
                  <a:pt x="95244" y="0"/>
                </a:moveTo>
                <a:lnTo>
                  <a:pt x="5610231" y="0"/>
                </a:lnTo>
                <a:cubicBezTo>
                  <a:pt x="5662833" y="0"/>
                  <a:pt x="5705475" y="42642"/>
                  <a:pt x="5705475" y="95244"/>
                </a:cubicBezTo>
                <a:lnTo>
                  <a:pt x="5705475" y="2736856"/>
                </a:lnTo>
                <a:cubicBezTo>
                  <a:pt x="5705475" y="2789458"/>
                  <a:pt x="5662833" y="2832100"/>
                  <a:pt x="5610231" y="2832100"/>
                </a:cubicBezTo>
                <a:lnTo>
                  <a:pt x="95244" y="2832100"/>
                </a:lnTo>
                <a:cubicBezTo>
                  <a:pt x="42642" y="2832100"/>
                  <a:pt x="0" y="2789458"/>
                  <a:pt x="0" y="2736856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016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7"/>
          <p:cNvSpPr/>
          <p:nvPr/>
        </p:nvSpPr>
        <p:spPr>
          <a:xfrm>
            <a:off x="6312694" y="411479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6226" y="2915"/>
                </a:moveTo>
                <a:cubicBezTo>
                  <a:pt x="102350" y="-961"/>
                  <a:pt x="96056" y="-961"/>
                  <a:pt x="92180" y="2915"/>
                </a:cubicBezTo>
                <a:cubicBezTo>
                  <a:pt x="88305" y="6790"/>
                  <a:pt x="88305" y="13084"/>
                  <a:pt x="92180" y="16960"/>
                </a:cubicBezTo>
                <a:lnTo>
                  <a:pt x="95095" y="19844"/>
                </a:lnTo>
                <a:lnTo>
                  <a:pt x="8713" y="106226"/>
                </a:lnTo>
                <a:cubicBezTo>
                  <a:pt x="3132" y="111807"/>
                  <a:pt x="0" y="119373"/>
                  <a:pt x="0" y="127279"/>
                </a:cubicBezTo>
                <a:lnTo>
                  <a:pt x="0" y="128984"/>
                </a:lnTo>
                <a:cubicBezTo>
                  <a:pt x="0" y="145417"/>
                  <a:pt x="13333" y="158750"/>
                  <a:pt x="29766" y="158750"/>
                </a:cubicBezTo>
                <a:lnTo>
                  <a:pt x="31471" y="158750"/>
                </a:lnTo>
                <a:cubicBezTo>
                  <a:pt x="39377" y="158750"/>
                  <a:pt x="46943" y="155618"/>
                  <a:pt x="52524" y="150037"/>
                </a:cubicBezTo>
                <a:lnTo>
                  <a:pt x="138906" y="63655"/>
                </a:lnTo>
                <a:lnTo>
                  <a:pt x="141821" y="66570"/>
                </a:lnTo>
                <a:cubicBezTo>
                  <a:pt x="145697" y="70445"/>
                  <a:pt x="151991" y="70445"/>
                  <a:pt x="155866" y="66570"/>
                </a:cubicBezTo>
                <a:cubicBezTo>
                  <a:pt x="159742" y="62694"/>
                  <a:pt x="159742" y="56400"/>
                  <a:pt x="155866" y="52524"/>
                </a:cubicBezTo>
                <a:lnTo>
                  <a:pt x="106257" y="2915"/>
                </a:lnTo>
                <a:close/>
                <a:moveTo>
                  <a:pt x="63655" y="79375"/>
                </a:moveTo>
                <a:lnTo>
                  <a:pt x="109141" y="33889"/>
                </a:lnTo>
                <a:lnTo>
                  <a:pt x="124861" y="49609"/>
                </a:lnTo>
                <a:lnTo>
                  <a:pt x="95095" y="79375"/>
                </a:lnTo>
                <a:lnTo>
                  <a:pt x="63624" y="7937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47" name="Text 58"/>
          <p:cNvSpPr/>
          <p:nvPr/>
        </p:nvSpPr>
        <p:spPr>
          <a:xfrm>
            <a:off x="6491287" y="4083049"/>
            <a:ext cx="532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Testing Strategy &amp; Validation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48" name="Shape 59"/>
          <p:cNvSpPr/>
          <p:nvPr/>
        </p:nvSpPr>
        <p:spPr>
          <a:xfrm>
            <a:off x="6292850" y="4400549"/>
            <a:ext cx="2674938" cy="1079500"/>
          </a:xfrm>
          <a:custGeom>
            <a:avLst/>
            <a:gdLst/>
            <a:ahLst/>
            <a:cxnLst/>
            <a:rect l="l" t="t" r="r" b="b"/>
            <a:pathLst>
              <a:path w="2674938" h="1079500">
                <a:moveTo>
                  <a:pt x="63496" y="0"/>
                </a:moveTo>
                <a:lnTo>
                  <a:pt x="2611441" y="0"/>
                </a:lnTo>
                <a:cubicBezTo>
                  <a:pt x="2646509" y="0"/>
                  <a:pt x="2674938" y="28428"/>
                  <a:pt x="2674938" y="63496"/>
                </a:cubicBezTo>
                <a:lnTo>
                  <a:pt x="2674938" y="1016004"/>
                </a:lnTo>
                <a:cubicBezTo>
                  <a:pt x="2674938" y="1051072"/>
                  <a:pt x="2646509" y="1079500"/>
                  <a:pt x="2611441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49" name="Shape 60"/>
          <p:cNvSpPr/>
          <p:nvPr/>
        </p:nvSpPr>
        <p:spPr>
          <a:xfrm>
            <a:off x="6388100" y="4527549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15875" y="23812"/>
                </a:moveTo>
                <a:cubicBezTo>
                  <a:pt x="15875" y="15056"/>
                  <a:pt x="22994" y="7938"/>
                  <a:pt x="31750" y="7938"/>
                </a:cubicBezTo>
                <a:lnTo>
                  <a:pt x="127000" y="7938"/>
                </a:lnTo>
                <a:cubicBezTo>
                  <a:pt x="135756" y="7938"/>
                  <a:pt x="142875" y="15056"/>
                  <a:pt x="142875" y="23812"/>
                </a:cubicBezTo>
                <a:lnTo>
                  <a:pt x="142875" y="83344"/>
                </a:lnTo>
                <a:lnTo>
                  <a:pt x="127000" y="83344"/>
                </a:lnTo>
                <a:lnTo>
                  <a:pt x="127000" y="23812"/>
                </a:lnTo>
                <a:lnTo>
                  <a:pt x="31750" y="23812"/>
                </a:lnTo>
                <a:lnTo>
                  <a:pt x="31750" y="83344"/>
                </a:lnTo>
                <a:lnTo>
                  <a:pt x="15875" y="83344"/>
                </a:lnTo>
                <a:lnTo>
                  <a:pt x="15875" y="23812"/>
                </a:lnTo>
                <a:close/>
                <a:moveTo>
                  <a:pt x="0" y="100013"/>
                </a:moveTo>
                <a:cubicBezTo>
                  <a:pt x="0" y="97383"/>
                  <a:pt x="2133" y="95250"/>
                  <a:pt x="4763" y="95250"/>
                </a:cubicBezTo>
                <a:lnTo>
                  <a:pt x="153988" y="95250"/>
                </a:lnTo>
                <a:cubicBezTo>
                  <a:pt x="156617" y="95250"/>
                  <a:pt x="158750" y="97383"/>
                  <a:pt x="158750" y="100013"/>
                </a:cubicBezTo>
                <a:cubicBezTo>
                  <a:pt x="158750" y="110530"/>
                  <a:pt x="150217" y="119063"/>
                  <a:pt x="139700" y="119063"/>
                </a:cubicBezTo>
                <a:lnTo>
                  <a:pt x="19050" y="119063"/>
                </a:lnTo>
                <a:cubicBezTo>
                  <a:pt x="8533" y="119063"/>
                  <a:pt x="0" y="110530"/>
                  <a:pt x="0" y="100013"/>
                </a:cubicBezTo>
                <a:close/>
                <a:moveTo>
                  <a:pt x="69701" y="51842"/>
                </a:moveTo>
                <a:lnTo>
                  <a:pt x="62012" y="59531"/>
                </a:lnTo>
                <a:lnTo>
                  <a:pt x="69701" y="67221"/>
                </a:lnTo>
                <a:cubicBezTo>
                  <a:pt x="72033" y="69552"/>
                  <a:pt x="72033" y="73323"/>
                  <a:pt x="69701" y="75629"/>
                </a:cubicBezTo>
                <a:cubicBezTo>
                  <a:pt x="67370" y="77936"/>
                  <a:pt x="63599" y="77961"/>
                  <a:pt x="61292" y="75629"/>
                </a:cubicBezTo>
                <a:lnTo>
                  <a:pt x="49386" y="63723"/>
                </a:lnTo>
                <a:cubicBezTo>
                  <a:pt x="47054" y="61392"/>
                  <a:pt x="47054" y="57621"/>
                  <a:pt x="49386" y="55314"/>
                </a:cubicBezTo>
                <a:lnTo>
                  <a:pt x="61292" y="43408"/>
                </a:lnTo>
                <a:cubicBezTo>
                  <a:pt x="63624" y="41077"/>
                  <a:pt x="67394" y="41077"/>
                  <a:pt x="69701" y="43408"/>
                </a:cubicBezTo>
                <a:cubicBezTo>
                  <a:pt x="72008" y="45740"/>
                  <a:pt x="72033" y="49510"/>
                  <a:pt x="69701" y="51817"/>
                </a:cubicBezTo>
                <a:close/>
                <a:moveTo>
                  <a:pt x="97482" y="43408"/>
                </a:moveTo>
                <a:lnTo>
                  <a:pt x="109389" y="55314"/>
                </a:lnTo>
                <a:cubicBezTo>
                  <a:pt x="111720" y="57646"/>
                  <a:pt x="111720" y="61416"/>
                  <a:pt x="109389" y="63723"/>
                </a:cubicBezTo>
                <a:lnTo>
                  <a:pt x="97482" y="75629"/>
                </a:lnTo>
                <a:cubicBezTo>
                  <a:pt x="95151" y="77961"/>
                  <a:pt x="91380" y="77961"/>
                  <a:pt x="89074" y="75629"/>
                </a:cubicBezTo>
                <a:cubicBezTo>
                  <a:pt x="86767" y="73298"/>
                  <a:pt x="86742" y="69528"/>
                  <a:pt x="89074" y="67221"/>
                </a:cubicBezTo>
                <a:lnTo>
                  <a:pt x="96763" y="59531"/>
                </a:lnTo>
                <a:lnTo>
                  <a:pt x="89074" y="51842"/>
                </a:lnTo>
                <a:cubicBezTo>
                  <a:pt x="86742" y="49510"/>
                  <a:pt x="86742" y="45740"/>
                  <a:pt x="89074" y="43433"/>
                </a:cubicBezTo>
                <a:cubicBezTo>
                  <a:pt x="91405" y="41126"/>
                  <a:pt x="95176" y="41101"/>
                  <a:pt x="97482" y="4343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0" name="Text 61"/>
          <p:cNvSpPr/>
          <p:nvPr/>
        </p:nvSpPr>
        <p:spPr>
          <a:xfrm>
            <a:off x="6610350" y="4495799"/>
            <a:ext cx="817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Local Testing</a:t>
            </a:r>
            <a:endParaRPr lang="en-US" sz="1600" dirty="0"/>
          </a:p>
        </p:txBody>
      </p:sp>
      <p:sp>
        <p:nvSpPr>
          <p:cNvPr id="151" name="Text 62"/>
          <p:cNvSpPr/>
          <p:nvPr/>
        </p:nvSpPr>
        <p:spPr>
          <a:xfrm>
            <a:off x="6388100" y="474979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Groq API connection</a:t>
            </a:r>
            <a:endParaRPr lang="en-US" sz="1600" dirty="0"/>
          </a:p>
        </p:txBody>
      </p:sp>
      <p:sp>
        <p:nvSpPr>
          <p:cNvPr id="152" name="Text 63"/>
          <p:cNvSpPr/>
          <p:nvPr/>
        </p:nvSpPr>
        <p:spPr>
          <a:xfrm>
            <a:off x="6388100" y="497204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Basic commands</a:t>
            </a:r>
            <a:endParaRPr lang="en-US" sz="1600" dirty="0"/>
          </a:p>
        </p:txBody>
      </p:sp>
      <p:sp>
        <p:nvSpPr>
          <p:cNvPr id="153" name="Text 64"/>
          <p:cNvSpPr/>
          <p:nvPr/>
        </p:nvSpPr>
        <p:spPr>
          <a:xfrm>
            <a:off x="6388100" y="519429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DynamoDB operations</a:t>
            </a:r>
            <a:endParaRPr lang="en-US" sz="1600" dirty="0"/>
          </a:p>
        </p:txBody>
      </p:sp>
      <p:sp>
        <p:nvSpPr>
          <p:cNvPr id="154" name="Shape 65"/>
          <p:cNvSpPr/>
          <p:nvPr/>
        </p:nvSpPr>
        <p:spPr>
          <a:xfrm>
            <a:off x="9064625" y="4400549"/>
            <a:ext cx="2674938" cy="1079500"/>
          </a:xfrm>
          <a:custGeom>
            <a:avLst/>
            <a:gdLst/>
            <a:ahLst/>
            <a:cxnLst/>
            <a:rect l="l" t="t" r="r" b="b"/>
            <a:pathLst>
              <a:path w="2674938" h="1079500">
                <a:moveTo>
                  <a:pt x="63496" y="0"/>
                </a:moveTo>
                <a:lnTo>
                  <a:pt x="2611441" y="0"/>
                </a:lnTo>
                <a:cubicBezTo>
                  <a:pt x="2646509" y="0"/>
                  <a:pt x="2674938" y="28428"/>
                  <a:pt x="2674938" y="63496"/>
                </a:cubicBezTo>
                <a:lnTo>
                  <a:pt x="2674938" y="1016004"/>
                </a:lnTo>
                <a:cubicBezTo>
                  <a:pt x="2674938" y="1051072"/>
                  <a:pt x="2646509" y="1079500"/>
                  <a:pt x="2611441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55" name="Shape 66"/>
          <p:cNvSpPr/>
          <p:nvPr/>
        </p:nvSpPr>
        <p:spPr>
          <a:xfrm>
            <a:off x="9183688" y="452754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-7937"/>
                </a:moveTo>
                <a:cubicBezTo>
                  <a:pt x="36140" y="-7937"/>
                  <a:pt x="39688" y="-4390"/>
                  <a:pt x="39688" y="0"/>
                </a:cubicBezTo>
                <a:lnTo>
                  <a:pt x="39688" y="23812"/>
                </a:lnTo>
                <a:lnTo>
                  <a:pt x="71438" y="23812"/>
                </a:lnTo>
                <a:lnTo>
                  <a:pt x="71438" y="0"/>
                </a:lnTo>
                <a:cubicBezTo>
                  <a:pt x="71438" y="-4390"/>
                  <a:pt x="74985" y="-7937"/>
                  <a:pt x="79375" y="-7937"/>
                </a:cubicBezTo>
                <a:cubicBezTo>
                  <a:pt x="83765" y="-7937"/>
                  <a:pt x="87313" y="-4390"/>
                  <a:pt x="87313" y="0"/>
                </a:cubicBezTo>
                <a:lnTo>
                  <a:pt x="87313" y="23812"/>
                </a:ln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cubicBezTo>
                  <a:pt x="111125" y="36140"/>
                  <a:pt x="107578" y="39688"/>
                  <a:pt x="103188" y="39688"/>
                </a:cubicBezTo>
                <a:lnTo>
                  <a:pt x="103188" y="55563"/>
                </a:lnTo>
                <a:cubicBezTo>
                  <a:pt x="103188" y="79152"/>
                  <a:pt x="86023" y="98747"/>
                  <a:pt x="63500" y="102518"/>
                </a:cubicBezTo>
                <a:lnTo>
                  <a:pt x="63500" y="119063"/>
                </a:lnTo>
                <a:cubicBezTo>
                  <a:pt x="63500" y="123453"/>
                  <a:pt x="59953" y="127000"/>
                  <a:pt x="55563" y="127000"/>
                </a:cubicBezTo>
                <a:cubicBezTo>
                  <a:pt x="51172" y="127000"/>
                  <a:pt x="47625" y="123453"/>
                  <a:pt x="47625" y="119063"/>
                </a:cubicBezTo>
                <a:lnTo>
                  <a:pt x="47625" y="102518"/>
                </a:lnTo>
                <a:cubicBezTo>
                  <a:pt x="25102" y="98747"/>
                  <a:pt x="7938" y="79152"/>
                  <a:pt x="7938" y="55563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lnTo>
                  <a:pt x="23812" y="0"/>
                </a:lnTo>
                <a:cubicBezTo>
                  <a:pt x="23812" y="-4390"/>
                  <a:pt x="27360" y="-7937"/>
                  <a:pt x="31750" y="-793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6" name="Text 67"/>
          <p:cNvSpPr/>
          <p:nvPr/>
        </p:nvSpPr>
        <p:spPr>
          <a:xfrm>
            <a:off x="9382125" y="4495799"/>
            <a:ext cx="1008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Integration Tests</a:t>
            </a:r>
            <a:endParaRPr lang="en-US" sz="1600" dirty="0"/>
          </a:p>
        </p:txBody>
      </p:sp>
      <p:sp>
        <p:nvSpPr>
          <p:cNvPr id="157" name="Text 68"/>
          <p:cNvSpPr/>
          <p:nvPr/>
        </p:nvSpPr>
        <p:spPr>
          <a:xfrm>
            <a:off x="9159875" y="474979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/start → Welcome</a:t>
            </a:r>
            <a:endParaRPr lang="en-US" sz="1600" dirty="0"/>
          </a:p>
        </p:txBody>
      </p:sp>
      <p:sp>
        <p:nvSpPr>
          <p:cNvPr id="158" name="Text 69"/>
          <p:cNvSpPr/>
          <p:nvPr/>
        </p:nvSpPr>
        <p:spPr>
          <a:xfrm>
            <a:off x="9159875" y="497204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/save → Retrieve</a:t>
            </a:r>
            <a:endParaRPr lang="en-US" sz="1600" dirty="0"/>
          </a:p>
        </p:txBody>
      </p:sp>
      <p:sp>
        <p:nvSpPr>
          <p:cNvPr id="159" name="Text 70"/>
          <p:cNvSpPr/>
          <p:nvPr/>
        </p:nvSpPr>
        <p:spPr>
          <a:xfrm>
            <a:off x="9159875" y="519429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/chat → AI response</a:t>
            </a:r>
            <a:endParaRPr lang="en-US" sz="1600" dirty="0"/>
          </a:p>
        </p:txBody>
      </p:sp>
      <p:sp>
        <p:nvSpPr>
          <p:cNvPr id="160" name="Shape 71"/>
          <p:cNvSpPr/>
          <p:nvPr/>
        </p:nvSpPr>
        <p:spPr>
          <a:xfrm>
            <a:off x="6292850" y="5575299"/>
            <a:ext cx="2674938" cy="1079500"/>
          </a:xfrm>
          <a:custGeom>
            <a:avLst/>
            <a:gdLst/>
            <a:ahLst/>
            <a:cxnLst/>
            <a:rect l="l" t="t" r="r" b="b"/>
            <a:pathLst>
              <a:path w="2674938" h="1079500">
                <a:moveTo>
                  <a:pt x="63496" y="0"/>
                </a:moveTo>
                <a:lnTo>
                  <a:pt x="2611441" y="0"/>
                </a:lnTo>
                <a:cubicBezTo>
                  <a:pt x="2646509" y="0"/>
                  <a:pt x="2674938" y="28428"/>
                  <a:pt x="2674938" y="63496"/>
                </a:cubicBezTo>
                <a:lnTo>
                  <a:pt x="2674938" y="1016004"/>
                </a:lnTo>
                <a:cubicBezTo>
                  <a:pt x="2674938" y="1051072"/>
                  <a:pt x="2646509" y="1079500"/>
                  <a:pt x="2611441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61" name="Shape 72"/>
          <p:cNvSpPr/>
          <p:nvPr/>
        </p:nvSpPr>
        <p:spPr>
          <a:xfrm>
            <a:off x="6396037" y="570229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62" name="Text 73"/>
          <p:cNvSpPr/>
          <p:nvPr/>
        </p:nvSpPr>
        <p:spPr>
          <a:xfrm>
            <a:off x="6610350" y="5670549"/>
            <a:ext cx="635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63" name="Text 74"/>
          <p:cNvSpPr/>
          <p:nvPr/>
        </p:nvSpPr>
        <p:spPr>
          <a:xfrm>
            <a:off x="6388100" y="592454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Command handlers</a:t>
            </a:r>
            <a:endParaRPr lang="en-US" sz="1600" dirty="0"/>
          </a:p>
        </p:txBody>
      </p:sp>
      <p:sp>
        <p:nvSpPr>
          <p:cNvPr id="164" name="Text 75"/>
          <p:cNvSpPr/>
          <p:nvPr/>
        </p:nvSpPr>
        <p:spPr>
          <a:xfrm>
            <a:off x="6388100" y="614679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DynamoDB ops</a:t>
            </a:r>
            <a:endParaRPr lang="en-US" sz="1600" dirty="0"/>
          </a:p>
        </p:txBody>
      </p:sp>
      <p:sp>
        <p:nvSpPr>
          <p:cNvPr id="165" name="Text 76"/>
          <p:cNvSpPr/>
          <p:nvPr/>
        </p:nvSpPr>
        <p:spPr>
          <a:xfrm>
            <a:off x="6388100" y="6369049"/>
            <a:ext cx="2547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• S3 file handling</a:t>
            </a:r>
            <a:endParaRPr lang="en-US" sz="1600" dirty="0"/>
          </a:p>
        </p:txBody>
      </p:sp>
      <p:sp>
        <p:nvSpPr>
          <p:cNvPr id="166" name="Shape 77"/>
          <p:cNvSpPr/>
          <p:nvPr/>
        </p:nvSpPr>
        <p:spPr>
          <a:xfrm>
            <a:off x="9064625" y="5575299"/>
            <a:ext cx="2674938" cy="1079500"/>
          </a:xfrm>
          <a:custGeom>
            <a:avLst/>
            <a:gdLst/>
            <a:ahLst/>
            <a:cxnLst/>
            <a:rect l="l" t="t" r="r" b="b"/>
            <a:pathLst>
              <a:path w="2674938" h="1079500">
                <a:moveTo>
                  <a:pt x="63496" y="0"/>
                </a:moveTo>
                <a:lnTo>
                  <a:pt x="2611441" y="0"/>
                </a:lnTo>
                <a:cubicBezTo>
                  <a:pt x="2646509" y="0"/>
                  <a:pt x="2674938" y="28428"/>
                  <a:pt x="2674938" y="63496"/>
                </a:cubicBezTo>
                <a:lnTo>
                  <a:pt x="2674938" y="1016004"/>
                </a:lnTo>
                <a:cubicBezTo>
                  <a:pt x="2674938" y="1051072"/>
                  <a:pt x="2646509" y="1079500"/>
                  <a:pt x="2611441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67" name="Shape 78"/>
          <p:cNvSpPr/>
          <p:nvPr/>
        </p:nvSpPr>
        <p:spPr>
          <a:xfrm>
            <a:off x="9167813" y="570229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68" name="Text 79"/>
          <p:cNvSpPr/>
          <p:nvPr/>
        </p:nvSpPr>
        <p:spPr>
          <a:xfrm>
            <a:off x="9382125" y="5670549"/>
            <a:ext cx="881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69" name="Shape 80"/>
          <p:cNvSpPr/>
          <p:nvPr/>
        </p:nvSpPr>
        <p:spPr>
          <a:xfrm>
            <a:off x="9175750" y="59499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70" name="Text 81"/>
          <p:cNvSpPr/>
          <p:nvPr/>
        </p:nvSpPr>
        <p:spPr>
          <a:xfrm>
            <a:off x="9338469" y="5924549"/>
            <a:ext cx="2369344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Handlers: 100%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71" name="Shape 82"/>
          <p:cNvSpPr/>
          <p:nvPr/>
        </p:nvSpPr>
        <p:spPr>
          <a:xfrm>
            <a:off x="9175750" y="61722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72" name="Text 83"/>
          <p:cNvSpPr/>
          <p:nvPr/>
        </p:nvSpPr>
        <p:spPr>
          <a:xfrm>
            <a:off x="9338469" y="6146799"/>
            <a:ext cx="2369344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DynamoDB: 100%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73" name="Shape 84"/>
          <p:cNvSpPr/>
          <p:nvPr/>
        </p:nvSpPr>
        <p:spPr>
          <a:xfrm>
            <a:off x="9175750" y="63944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74" name="Text 85"/>
          <p:cNvSpPr/>
          <p:nvPr/>
        </p:nvSpPr>
        <p:spPr>
          <a:xfrm>
            <a:off x="9338469" y="6369049"/>
            <a:ext cx="2369344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S3: 100%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76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13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Results &amp; Key Achievements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600700" cy="5334000"/>
          </a:xfrm>
          <a:custGeom>
            <a:avLst/>
            <a:gdLst/>
            <a:ahLst/>
            <a:cxnLst/>
            <a:rect l="l" t="t" r="r" b="b"/>
            <a:pathLst>
              <a:path w="5600700" h="5334000">
                <a:moveTo>
                  <a:pt x="0" y="0"/>
                </a:moveTo>
                <a:lnTo>
                  <a:pt x="5600700" y="0"/>
                </a:lnTo>
                <a:lnTo>
                  <a:pt x="56007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00050" y="1371600"/>
            <a:ext cx="38100" cy="5334000"/>
          </a:xfrm>
          <a:custGeom>
            <a:avLst/>
            <a:gdLst/>
            <a:ahLst/>
            <a:cxnLst/>
            <a:rect l="l" t="t" r="r" b="b"/>
            <a:pathLst>
              <a:path w="38100" h="5334000">
                <a:moveTo>
                  <a:pt x="0" y="0"/>
                </a:moveTo>
                <a:lnTo>
                  <a:pt x="38100" y="0"/>
                </a:lnTo>
                <a:lnTo>
                  <a:pt x="381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5313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9625" y="1524000"/>
            <a:ext cx="513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Technical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905000"/>
            <a:ext cx="5276850" cy="876300"/>
          </a:xfrm>
          <a:custGeom>
            <a:avLst/>
            <a:gdLst/>
            <a:ahLst/>
            <a:cxnLst/>
            <a:rect l="l" t="t" r="r" b="b"/>
            <a:pathLst>
              <a:path w="5276850" h="876300">
                <a:moveTo>
                  <a:pt x="38102" y="0"/>
                </a:moveTo>
                <a:lnTo>
                  <a:pt x="5238748" y="0"/>
                </a:lnTo>
                <a:cubicBezTo>
                  <a:pt x="5259791" y="0"/>
                  <a:pt x="5276850" y="17059"/>
                  <a:pt x="5276850" y="38102"/>
                </a:cubicBezTo>
                <a:lnTo>
                  <a:pt x="5276850" y="838198"/>
                </a:lnTo>
                <a:cubicBezTo>
                  <a:pt x="5276850" y="859241"/>
                  <a:pt x="5259791" y="876300"/>
                  <a:pt x="523874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485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52500" y="2019300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 Feature Implementation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51149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All 20+ bot commands working as designed, including AI conversation, storage, notes, and file management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895600"/>
            <a:ext cx="5276850" cy="876300"/>
          </a:xfrm>
          <a:custGeom>
            <a:avLst/>
            <a:gdLst/>
            <a:ahLst/>
            <a:cxnLst/>
            <a:rect l="l" t="t" r="r" b="b"/>
            <a:pathLst>
              <a:path w="5276850" h="876300">
                <a:moveTo>
                  <a:pt x="38102" y="0"/>
                </a:moveTo>
                <a:lnTo>
                  <a:pt x="5238748" y="0"/>
                </a:lnTo>
                <a:cubicBezTo>
                  <a:pt x="5259791" y="0"/>
                  <a:pt x="5276850" y="17059"/>
                  <a:pt x="5276850" y="38102"/>
                </a:cubicBezTo>
                <a:lnTo>
                  <a:pt x="5276850" y="838198"/>
                </a:lnTo>
                <a:cubicBezTo>
                  <a:pt x="5276850" y="859241"/>
                  <a:pt x="5259791" y="876300"/>
                  <a:pt x="523874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04850" y="3048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52500" y="3009900"/>
            <a:ext cx="213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Production-Ready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276600"/>
            <a:ext cx="51149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Serverless, auto-scaling, fault-tolerant infrastructure with comprehensive error handling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886200"/>
            <a:ext cx="5276850" cy="876300"/>
          </a:xfrm>
          <a:custGeom>
            <a:avLst/>
            <a:gdLst/>
            <a:ahLst/>
            <a:cxnLst/>
            <a:rect l="l" t="t" r="r" b="b"/>
            <a:pathLst>
              <a:path w="5276850" h="876300">
                <a:moveTo>
                  <a:pt x="38102" y="0"/>
                </a:moveTo>
                <a:lnTo>
                  <a:pt x="5238748" y="0"/>
                </a:lnTo>
                <a:cubicBezTo>
                  <a:pt x="5259791" y="0"/>
                  <a:pt x="5276850" y="17059"/>
                  <a:pt x="5276850" y="38102"/>
                </a:cubicBezTo>
                <a:lnTo>
                  <a:pt x="5276850" y="838198"/>
                </a:lnTo>
                <a:cubicBezTo>
                  <a:pt x="5276850" y="859241"/>
                  <a:pt x="5259791" y="876300"/>
                  <a:pt x="523874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04850" y="403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52500" y="4000500"/>
            <a:ext cx="1981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Robust Monitoring &amp; Alerting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267200"/>
            <a:ext cx="51149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Structured logging, custom metrics, and CloudWatch alarms for proactive issue detection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4876800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3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04850" y="502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52500" y="4991100"/>
            <a:ext cx="1866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Cost-Effective Deployment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257800"/>
            <a:ext cx="5114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~$3.15/month for 10K messages, leveraging AWS Free Tier benefits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5676900"/>
            <a:ext cx="5276850" cy="876300"/>
          </a:xfrm>
          <a:custGeom>
            <a:avLst/>
            <a:gdLst/>
            <a:ahLst/>
            <a:cxnLst/>
            <a:rect l="l" t="t" r="r" b="b"/>
            <a:pathLst>
              <a:path w="5276850" h="876300">
                <a:moveTo>
                  <a:pt x="38102" y="0"/>
                </a:moveTo>
                <a:lnTo>
                  <a:pt x="5238748" y="0"/>
                </a:lnTo>
                <a:cubicBezTo>
                  <a:pt x="5259791" y="0"/>
                  <a:pt x="5276850" y="17059"/>
                  <a:pt x="5276850" y="38102"/>
                </a:cubicBezTo>
                <a:lnTo>
                  <a:pt x="5276850" y="838198"/>
                </a:lnTo>
                <a:cubicBezTo>
                  <a:pt x="5276850" y="859241"/>
                  <a:pt x="5259791" y="876300"/>
                  <a:pt x="523874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04850" y="582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52500" y="5791200"/>
            <a:ext cx="2171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Comprehensive 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6057900"/>
            <a:ext cx="51149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Detailed README with setup instructions, architecture diagrams, and troubleshooting guides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1371600"/>
            <a:ext cx="5600700" cy="3714750"/>
          </a:xfrm>
          <a:custGeom>
            <a:avLst/>
            <a:gdLst/>
            <a:ahLst/>
            <a:cxnLst/>
            <a:rect l="l" t="t" r="r" b="b"/>
            <a:pathLst>
              <a:path w="5600700" h="3714750">
                <a:moveTo>
                  <a:pt x="0" y="0"/>
                </a:moveTo>
                <a:lnTo>
                  <a:pt x="5600700" y="0"/>
                </a:lnTo>
                <a:lnTo>
                  <a:pt x="56007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10300" y="1371600"/>
            <a:ext cx="38100" cy="3714750"/>
          </a:xfrm>
          <a:custGeom>
            <a:avLst/>
            <a:gdLst/>
            <a:ahLst/>
            <a:cxnLst/>
            <a:rect l="l" t="t" r="r" b="b"/>
            <a:pathLst>
              <a:path w="38100" h="3714750">
                <a:moveTo>
                  <a:pt x="0" y="0"/>
                </a:moveTo>
                <a:lnTo>
                  <a:pt x="38100" y="0"/>
                </a:lnTo>
                <a:lnTo>
                  <a:pt x="381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93656" y="1562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19875" y="1524000"/>
            <a:ext cx="513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Competencies Gained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1905000"/>
            <a:ext cx="2581275" cy="933450"/>
          </a:xfrm>
          <a:custGeom>
            <a:avLst/>
            <a:gdLst/>
            <a:ahLst/>
            <a:cxnLst/>
            <a:rect l="l" t="t" r="r" b="b"/>
            <a:pathLst>
              <a:path w="2581275" h="933450">
                <a:moveTo>
                  <a:pt x="38103" y="0"/>
                </a:moveTo>
                <a:lnTo>
                  <a:pt x="2543172" y="0"/>
                </a:lnTo>
                <a:cubicBezTo>
                  <a:pt x="2564216" y="0"/>
                  <a:pt x="2581275" y="17059"/>
                  <a:pt x="2581275" y="38103"/>
                </a:cubicBezTo>
                <a:lnTo>
                  <a:pt x="2581275" y="895347"/>
                </a:lnTo>
                <a:cubicBezTo>
                  <a:pt x="2581275" y="916391"/>
                  <a:pt x="2564216" y="933450"/>
                  <a:pt x="2543172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496175" y="20193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00682" y="113295"/>
                </a:moveTo>
                <a:cubicBezTo>
                  <a:pt x="100292" y="125909"/>
                  <a:pt x="106598" y="131545"/>
                  <a:pt x="106766" y="135062"/>
                </a:cubicBezTo>
                <a:cubicBezTo>
                  <a:pt x="106710" y="135787"/>
                  <a:pt x="106431" y="136457"/>
                  <a:pt x="106040" y="137071"/>
                </a:cubicBezTo>
                <a:cubicBezTo>
                  <a:pt x="105649" y="137685"/>
                  <a:pt x="105091" y="138187"/>
                  <a:pt x="104477" y="138522"/>
                </a:cubicBezTo>
                <a:lnTo>
                  <a:pt x="97334" y="143545"/>
                </a:lnTo>
                <a:cubicBezTo>
                  <a:pt x="96385" y="144214"/>
                  <a:pt x="95324" y="144549"/>
                  <a:pt x="94208" y="144605"/>
                </a:cubicBezTo>
                <a:cubicBezTo>
                  <a:pt x="93985" y="144605"/>
                  <a:pt x="89632" y="145610"/>
                  <a:pt x="82767" y="130318"/>
                </a:cubicBezTo>
                <a:cubicBezTo>
                  <a:pt x="78581" y="135564"/>
                  <a:pt x="73279" y="139750"/>
                  <a:pt x="67196" y="142596"/>
                </a:cubicBezTo>
                <a:cubicBezTo>
                  <a:pt x="61113" y="145442"/>
                  <a:pt x="54527" y="146893"/>
                  <a:pt x="47830" y="146782"/>
                </a:cubicBezTo>
                <a:cubicBezTo>
                  <a:pt x="38733" y="147284"/>
                  <a:pt x="14120" y="141647"/>
                  <a:pt x="15404" y="115416"/>
                </a:cubicBezTo>
                <a:cubicBezTo>
                  <a:pt x="14511" y="94041"/>
                  <a:pt x="34435" y="80758"/>
                  <a:pt x="54973" y="81930"/>
                </a:cubicBezTo>
                <a:cubicBezTo>
                  <a:pt x="58936" y="81930"/>
                  <a:pt x="67028" y="82153"/>
                  <a:pt x="81204" y="85446"/>
                </a:cubicBezTo>
                <a:lnTo>
                  <a:pt x="81204" y="76740"/>
                </a:lnTo>
                <a:cubicBezTo>
                  <a:pt x="82711" y="61950"/>
                  <a:pt x="73000" y="50509"/>
                  <a:pt x="56201" y="52239"/>
                </a:cubicBezTo>
                <a:cubicBezTo>
                  <a:pt x="54862" y="52239"/>
                  <a:pt x="45374" y="51960"/>
                  <a:pt x="30640" y="57876"/>
                </a:cubicBezTo>
                <a:cubicBezTo>
                  <a:pt x="26510" y="59773"/>
                  <a:pt x="26008" y="59438"/>
                  <a:pt x="24612" y="59438"/>
                </a:cubicBezTo>
                <a:cubicBezTo>
                  <a:pt x="20482" y="59438"/>
                  <a:pt x="22157" y="47439"/>
                  <a:pt x="22994" y="45932"/>
                </a:cubicBezTo>
                <a:cubicBezTo>
                  <a:pt x="25896" y="42360"/>
                  <a:pt x="43030" y="35663"/>
                  <a:pt x="59773" y="35775"/>
                </a:cubicBezTo>
                <a:cubicBezTo>
                  <a:pt x="70991" y="34770"/>
                  <a:pt x="82153" y="38230"/>
                  <a:pt x="90860" y="45430"/>
                </a:cubicBezTo>
                <a:cubicBezTo>
                  <a:pt x="94376" y="49392"/>
                  <a:pt x="97110" y="54025"/>
                  <a:pt x="98785" y="59048"/>
                </a:cubicBezTo>
                <a:cubicBezTo>
                  <a:pt x="100459" y="64071"/>
                  <a:pt x="101129" y="69373"/>
                  <a:pt x="100738" y="74675"/>
                </a:cubicBezTo>
                <a:lnTo>
                  <a:pt x="100738" y="113351"/>
                </a:lnTo>
                <a:close/>
                <a:moveTo>
                  <a:pt x="52462" y="131378"/>
                </a:moveTo>
                <a:cubicBezTo>
                  <a:pt x="70545" y="131099"/>
                  <a:pt x="78246" y="120216"/>
                  <a:pt x="79977" y="114356"/>
                </a:cubicBezTo>
                <a:cubicBezTo>
                  <a:pt x="81372" y="108719"/>
                  <a:pt x="81149" y="105203"/>
                  <a:pt x="81149" y="99064"/>
                </a:cubicBezTo>
                <a:cubicBezTo>
                  <a:pt x="75735" y="97780"/>
                  <a:pt x="67977" y="96329"/>
                  <a:pt x="59048" y="96329"/>
                </a:cubicBezTo>
                <a:cubicBezTo>
                  <a:pt x="50564" y="95715"/>
                  <a:pt x="35161" y="99454"/>
                  <a:pt x="35775" y="114356"/>
                </a:cubicBezTo>
                <a:cubicBezTo>
                  <a:pt x="35105" y="123732"/>
                  <a:pt x="41970" y="131880"/>
                  <a:pt x="52518" y="131378"/>
                </a:cubicBezTo>
                <a:close/>
                <a:moveTo>
                  <a:pt x="147842" y="144270"/>
                </a:moveTo>
                <a:cubicBezTo>
                  <a:pt x="143433" y="144661"/>
                  <a:pt x="141424" y="141536"/>
                  <a:pt x="140754" y="138466"/>
                </a:cubicBezTo>
                <a:lnTo>
                  <a:pt x="112961" y="46546"/>
                </a:lnTo>
                <a:cubicBezTo>
                  <a:pt x="112402" y="44983"/>
                  <a:pt x="112068" y="43421"/>
                  <a:pt x="111900" y="41746"/>
                </a:cubicBezTo>
                <a:cubicBezTo>
                  <a:pt x="111789" y="41077"/>
                  <a:pt x="111956" y="40407"/>
                  <a:pt x="112347" y="39849"/>
                </a:cubicBezTo>
                <a:cubicBezTo>
                  <a:pt x="112737" y="39291"/>
                  <a:pt x="113351" y="38956"/>
                  <a:pt x="114021" y="38844"/>
                </a:cubicBezTo>
                <a:cubicBezTo>
                  <a:pt x="114133" y="38844"/>
                  <a:pt x="112849" y="38844"/>
                  <a:pt x="126411" y="38844"/>
                </a:cubicBezTo>
                <a:cubicBezTo>
                  <a:pt x="131322" y="38342"/>
                  <a:pt x="132885" y="42193"/>
                  <a:pt x="133443" y="44648"/>
                </a:cubicBezTo>
                <a:lnTo>
                  <a:pt x="153423" y="123230"/>
                </a:lnTo>
                <a:lnTo>
                  <a:pt x="171952" y="44648"/>
                </a:lnTo>
                <a:cubicBezTo>
                  <a:pt x="172231" y="42863"/>
                  <a:pt x="173571" y="38453"/>
                  <a:pt x="179096" y="38956"/>
                </a:cubicBezTo>
                <a:lnTo>
                  <a:pt x="188695" y="38956"/>
                </a:lnTo>
                <a:cubicBezTo>
                  <a:pt x="189923" y="38844"/>
                  <a:pt x="194890" y="38677"/>
                  <a:pt x="195783" y="44760"/>
                </a:cubicBezTo>
                <a:lnTo>
                  <a:pt x="214368" y="124290"/>
                </a:lnTo>
                <a:lnTo>
                  <a:pt x="234962" y="44704"/>
                </a:lnTo>
                <a:cubicBezTo>
                  <a:pt x="235241" y="43476"/>
                  <a:pt x="236469" y="38342"/>
                  <a:pt x="242050" y="38900"/>
                </a:cubicBezTo>
                <a:lnTo>
                  <a:pt x="253045" y="38900"/>
                </a:lnTo>
                <a:cubicBezTo>
                  <a:pt x="253547" y="38844"/>
                  <a:pt x="256505" y="38453"/>
                  <a:pt x="256003" y="43700"/>
                </a:cubicBezTo>
                <a:cubicBezTo>
                  <a:pt x="255780" y="44704"/>
                  <a:pt x="257901" y="37728"/>
                  <a:pt x="226535" y="138522"/>
                </a:cubicBezTo>
                <a:cubicBezTo>
                  <a:pt x="225921" y="141591"/>
                  <a:pt x="223856" y="144717"/>
                  <a:pt x="219447" y="144326"/>
                </a:cubicBezTo>
                <a:lnTo>
                  <a:pt x="209010" y="144326"/>
                </a:lnTo>
                <a:cubicBezTo>
                  <a:pt x="202927" y="144996"/>
                  <a:pt x="202034" y="138912"/>
                  <a:pt x="201923" y="138354"/>
                </a:cubicBezTo>
                <a:lnTo>
                  <a:pt x="183393" y="61838"/>
                </a:lnTo>
                <a:lnTo>
                  <a:pt x="165088" y="138299"/>
                </a:lnTo>
                <a:cubicBezTo>
                  <a:pt x="164976" y="138912"/>
                  <a:pt x="164139" y="144940"/>
                  <a:pt x="158000" y="144270"/>
                </a:cubicBezTo>
                <a:lnTo>
                  <a:pt x="147786" y="144270"/>
                </a:lnTo>
                <a:lnTo>
                  <a:pt x="147786" y="144270"/>
                </a:lnTo>
                <a:close/>
                <a:moveTo>
                  <a:pt x="300484" y="147396"/>
                </a:moveTo>
                <a:cubicBezTo>
                  <a:pt x="297191" y="147396"/>
                  <a:pt x="281564" y="147228"/>
                  <a:pt x="268449" y="140531"/>
                </a:cubicBezTo>
                <a:cubicBezTo>
                  <a:pt x="267165" y="139973"/>
                  <a:pt x="266049" y="139080"/>
                  <a:pt x="265268" y="137852"/>
                </a:cubicBezTo>
                <a:cubicBezTo>
                  <a:pt x="264486" y="136624"/>
                  <a:pt x="264096" y="135285"/>
                  <a:pt x="264096" y="133890"/>
                </a:cubicBezTo>
                <a:lnTo>
                  <a:pt x="264096" y="127918"/>
                </a:lnTo>
                <a:cubicBezTo>
                  <a:pt x="264096" y="123174"/>
                  <a:pt x="267556" y="124067"/>
                  <a:pt x="269007" y="124625"/>
                </a:cubicBezTo>
                <a:cubicBezTo>
                  <a:pt x="274588" y="126913"/>
                  <a:pt x="278216" y="128588"/>
                  <a:pt x="285080" y="129983"/>
                </a:cubicBezTo>
                <a:cubicBezTo>
                  <a:pt x="305563" y="134169"/>
                  <a:pt x="314548" y="128699"/>
                  <a:pt x="316725" y="127471"/>
                </a:cubicBezTo>
                <a:cubicBezTo>
                  <a:pt x="324092" y="123118"/>
                  <a:pt x="324650" y="113128"/>
                  <a:pt x="319683" y="107993"/>
                </a:cubicBezTo>
                <a:cubicBezTo>
                  <a:pt x="313823" y="103082"/>
                  <a:pt x="311032" y="102915"/>
                  <a:pt x="290047" y="96273"/>
                </a:cubicBezTo>
                <a:cubicBezTo>
                  <a:pt x="287480" y="95548"/>
                  <a:pt x="265658" y="88683"/>
                  <a:pt x="265602" y="67028"/>
                </a:cubicBezTo>
                <a:cubicBezTo>
                  <a:pt x="265268" y="51290"/>
                  <a:pt x="279555" y="35663"/>
                  <a:pt x="304391" y="35775"/>
                </a:cubicBezTo>
                <a:cubicBezTo>
                  <a:pt x="311479" y="35775"/>
                  <a:pt x="330287" y="38063"/>
                  <a:pt x="335421" y="44481"/>
                </a:cubicBezTo>
                <a:cubicBezTo>
                  <a:pt x="336203" y="45653"/>
                  <a:pt x="336538" y="47048"/>
                  <a:pt x="336482" y="48388"/>
                </a:cubicBezTo>
                <a:lnTo>
                  <a:pt x="336482" y="54025"/>
                </a:lnTo>
                <a:cubicBezTo>
                  <a:pt x="336482" y="56480"/>
                  <a:pt x="335589" y="57764"/>
                  <a:pt x="333747" y="57764"/>
                </a:cubicBezTo>
                <a:cubicBezTo>
                  <a:pt x="329450" y="57262"/>
                  <a:pt x="321804" y="51513"/>
                  <a:pt x="306288" y="51736"/>
                </a:cubicBezTo>
                <a:cubicBezTo>
                  <a:pt x="302437" y="51513"/>
                  <a:pt x="284020" y="52239"/>
                  <a:pt x="284857" y="65689"/>
                </a:cubicBezTo>
                <a:cubicBezTo>
                  <a:pt x="284634" y="76293"/>
                  <a:pt x="299703" y="80256"/>
                  <a:pt x="301433" y="80702"/>
                </a:cubicBezTo>
                <a:cubicBezTo>
                  <a:pt x="321804" y="86841"/>
                  <a:pt x="328557" y="87846"/>
                  <a:pt x="336649" y="97222"/>
                </a:cubicBezTo>
                <a:cubicBezTo>
                  <a:pt x="346193" y="109612"/>
                  <a:pt x="341058" y="124178"/>
                  <a:pt x="339049" y="128141"/>
                </a:cubicBezTo>
                <a:cubicBezTo>
                  <a:pt x="328389" y="149070"/>
                  <a:pt x="300875" y="147340"/>
                  <a:pt x="300372" y="147340"/>
                </a:cubicBezTo>
                <a:close/>
                <a:moveTo>
                  <a:pt x="322920" y="205941"/>
                </a:moveTo>
                <a:cubicBezTo>
                  <a:pt x="283852" y="234795"/>
                  <a:pt x="227093" y="250143"/>
                  <a:pt x="178650" y="250143"/>
                </a:cubicBezTo>
                <a:cubicBezTo>
                  <a:pt x="113295" y="250589"/>
                  <a:pt x="50118" y="226535"/>
                  <a:pt x="1563" y="182780"/>
                </a:cubicBezTo>
                <a:cubicBezTo>
                  <a:pt x="-2065" y="179487"/>
                  <a:pt x="1116" y="174966"/>
                  <a:pt x="5581" y="177478"/>
                </a:cubicBezTo>
                <a:cubicBezTo>
                  <a:pt x="59438" y="208285"/>
                  <a:pt x="120383" y="224470"/>
                  <a:pt x="182445" y="224414"/>
                </a:cubicBezTo>
                <a:cubicBezTo>
                  <a:pt x="228767" y="224191"/>
                  <a:pt x="274588" y="214759"/>
                  <a:pt x="317283" y="196788"/>
                </a:cubicBezTo>
                <a:cubicBezTo>
                  <a:pt x="323869" y="193997"/>
                  <a:pt x="329450" y="201141"/>
                  <a:pt x="322920" y="205941"/>
                </a:cubicBezTo>
                <a:close/>
                <a:moveTo>
                  <a:pt x="339217" y="187356"/>
                </a:moveTo>
                <a:cubicBezTo>
                  <a:pt x="334194" y="180938"/>
                  <a:pt x="306121" y="184342"/>
                  <a:pt x="293563" y="185849"/>
                </a:cubicBezTo>
                <a:cubicBezTo>
                  <a:pt x="289768" y="186296"/>
                  <a:pt x="289154" y="183003"/>
                  <a:pt x="292559" y="180547"/>
                </a:cubicBezTo>
                <a:cubicBezTo>
                  <a:pt x="314939" y="164809"/>
                  <a:pt x="351662" y="169329"/>
                  <a:pt x="355848" y="174631"/>
                </a:cubicBezTo>
                <a:cubicBezTo>
                  <a:pt x="360034" y="179933"/>
                  <a:pt x="354676" y="216712"/>
                  <a:pt x="333747" y="234293"/>
                </a:cubicBezTo>
                <a:cubicBezTo>
                  <a:pt x="330510" y="237027"/>
                  <a:pt x="327440" y="235576"/>
                  <a:pt x="328892" y="232004"/>
                </a:cubicBezTo>
                <a:cubicBezTo>
                  <a:pt x="333580" y="220117"/>
                  <a:pt x="344184" y="193774"/>
                  <a:pt x="339161" y="18735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62713" y="2381250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Serverless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67475" y="2571750"/>
            <a:ext cx="2409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Lambda, API Gateway, DynamoDB, S3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7325" y="1905000"/>
            <a:ext cx="2581275" cy="933450"/>
          </a:xfrm>
          <a:custGeom>
            <a:avLst/>
            <a:gdLst/>
            <a:ahLst/>
            <a:cxnLst/>
            <a:rect l="l" t="t" r="r" b="b"/>
            <a:pathLst>
              <a:path w="2581275" h="933450">
                <a:moveTo>
                  <a:pt x="38103" y="0"/>
                </a:moveTo>
                <a:lnTo>
                  <a:pt x="2543172" y="0"/>
                </a:lnTo>
                <a:cubicBezTo>
                  <a:pt x="2564216" y="0"/>
                  <a:pt x="2581275" y="17059"/>
                  <a:pt x="2581275" y="38103"/>
                </a:cubicBezTo>
                <a:lnTo>
                  <a:pt x="2581275" y="895347"/>
                </a:lnTo>
                <a:cubicBezTo>
                  <a:pt x="2581275" y="916391"/>
                  <a:pt x="2564216" y="933450"/>
                  <a:pt x="2543172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0209609" y="20193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58288" y="2381250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63050" y="2571750"/>
            <a:ext cx="2409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Terraform modules, state management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2952638"/>
            <a:ext cx="2581275" cy="933450"/>
          </a:xfrm>
          <a:custGeom>
            <a:avLst/>
            <a:gdLst/>
            <a:ahLst/>
            <a:cxnLst/>
            <a:rect l="l" t="t" r="r" b="b"/>
            <a:pathLst>
              <a:path w="2581275" h="933450">
                <a:moveTo>
                  <a:pt x="38103" y="0"/>
                </a:moveTo>
                <a:lnTo>
                  <a:pt x="2543172" y="0"/>
                </a:lnTo>
                <a:cubicBezTo>
                  <a:pt x="2564216" y="0"/>
                  <a:pt x="2581275" y="17059"/>
                  <a:pt x="2581275" y="38103"/>
                </a:cubicBezTo>
                <a:lnTo>
                  <a:pt x="2581275" y="895347"/>
                </a:lnTo>
                <a:cubicBezTo>
                  <a:pt x="2581275" y="916391"/>
                  <a:pt x="2564216" y="933450"/>
                  <a:pt x="2543172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496175" y="306693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62713" y="3428888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7475" y="3619388"/>
            <a:ext cx="2409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Groq API, LLM inference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77325" y="2952638"/>
            <a:ext cx="2581275" cy="933450"/>
          </a:xfrm>
          <a:custGeom>
            <a:avLst/>
            <a:gdLst/>
            <a:ahLst/>
            <a:cxnLst/>
            <a:rect l="l" t="t" r="r" b="b"/>
            <a:pathLst>
              <a:path w="2581275" h="933450">
                <a:moveTo>
                  <a:pt x="38103" y="0"/>
                </a:moveTo>
                <a:lnTo>
                  <a:pt x="2543172" y="0"/>
                </a:lnTo>
                <a:cubicBezTo>
                  <a:pt x="2564216" y="0"/>
                  <a:pt x="2581275" y="17059"/>
                  <a:pt x="2581275" y="38103"/>
                </a:cubicBezTo>
                <a:lnTo>
                  <a:pt x="2581275" y="895347"/>
                </a:lnTo>
                <a:cubicBezTo>
                  <a:pt x="2581275" y="916391"/>
                  <a:pt x="2564216" y="933450"/>
                  <a:pt x="2543172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0227469" y="30669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158288" y="3428888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Cloud Security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63050" y="3619388"/>
            <a:ext cx="2409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IAM, encryption, secrets management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81750" y="4000258"/>
            <a:ext cx="2581275" cy="933450"/>
          </a:xfrm>
          <a:custGeom>
            <a:avLst/>
            <a:gdLst/>
            <a:ahLst/>
            <a:cxnLst/>
            <a:rect l="l" t="t" r="r" b="b"/>
            <a:pathLst>
              <a:path w="2581275" h="933450">
                <a:moveTo>
                  <a:pt x="38103" y="0"/>
                </a:moveTo>
                <a:lnTo>
                  <a:pt x="2543172" y="0"/>
                </a:lnTo>
                <a:cubicBezTo>
                  <a:pt x="2564216" y="0"/>
                  <a:pt x="2581275" y="17059"/>
                  <a:pt x="2581275" y="38103"/>
                </a:cubicBezTo>
                <a:lnTo>
                  <a:pt x="2581275" y="895347"/>
                </a:lnTo>
                <a:cubicBezTo>
                  <a:pt x="2581275" y="916391"/>
                  <a:pt x="2564216" y="933450"/>
                  <a:pt x="2543172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531894" y="411455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462713" y="4476508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67475" y="4667008"/>
            <a:ext cx="2409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CloudWatch, logging, monitoring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77325" y="4000258"/>
            <a:ext cx="2581275" cy="933450"/>
          </a:xfrm>
          <a:custGeom>
            <a:avLst/>
            <a:gdLst/>
            <a:ahLst/>
            <a:cxnLst/>
            <a:rect l="l" t="t" r="r" b="b"/>
            <a:pathLst>
              <a:path w="2581275" h="933450">
                <a:moveTo>
                  <a:pt x="38103" y="0"/>
                </a:moveTo>
                <a:lnTo>
                  <a:pt x="2543172" y="0"/>
                </a:lnTo>
                <a:cubicBezTo>
                  <a:pt x="2564216" y="0"/>
                  <a:pt x="2581275" y="17059"/>
                  <a:pt x="2581275" y="38103"/>
                </a:cubicBezTo>
                <a:lnTo>
                  <a:pt x="2581275" y="895347"/>
                </a:lnTo>
                <a:cubicBezTo>
                  <a:pt x="2581275" y="916391"/>
                  <a:pt x="2564216" y="933450"/>
                  <a:pt x="2543172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227469" y="411455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1207" y="5246"/>
                </a:moveTo>
                <a:cubicBezTo>
                  <a:pt x="184231" y="-1730"/>
                  <a:pt x="172901" y="-1730"/>
                  <a:pt x="165925" y="5246"/>
                </a:cubicBezTo>
                <a:cubicBezTo>
                  <a:pt x="158948" y="12223"/>
                  <a:pt x="158948" y="23552"/>
                  <a:pt x="165925" y="30528"/>
                </a:cubicBezTo>
                <a:lnTo>
                  <a:pt x="171171" y="35719"/>
                </a:lnTo>
                <a:lnTo>
                  <a:pt x="15683" y="191207"/>
                </a:lnTo>
                <a:cubicBezTo>
                  <a:pt x="5637" y="201253"/>
                  <a:pt x="0" y="214871"/>
                  <a:pt x="0" y="229102"/>
                </a:cubicBezTo>
                <a:lnTo>
                  <a:pt x="0" y="232172"/>
                </a:lnTo>
                <a:cubicBezTo>
                  <a:pt x="0" y="261751"/>
                  <a:pt x="23999" y="285750"/>
                  <a:pt x="53578" y="285750"/>
                </a:cubicBezTo>
                <a:lnTo>
                  <a:pt x="56648" y="285750"/>
                </a:lnTo>
                <a:cubicBezTo>
                  <a:pt x="70879" y="285750"/>
                  <a:pt x="84497" y="280113"/>
                  <a:pt x="94543" y="270067"/>
                </a:cubicBezTo>
                <a:lnTo>
                  <a:pt x="250031" y="114579"/>
                </a:lnTo>
                <a:lnTo>
                  <a:pt x="255277" y="119825"/>
                </a:lnTo>
                <a:cubicBezTo>
                  <a:pt x="262254" y="126802"/>
                  <a:pt x="273583" y="126802"/>
                  <a:pt x="280560" y="119825"/>
                </a:cubicBezTo>
                <a:cubicBezTo>
                  <a:pt x="287536" y="112849"/>
                  <a:pt x="287536" y="101519"/>
                  <a:pt x="280560" y="94543"/>
                </a:cubicBezTo>
                <a:lnTo>
                  <a:pt x="191263" y="5246"/>
                </a:lnTo>
                <a:close/>
                <a:moveTo>
                  <a:pt x="114579" y="142875"/>
                </a:moveTo>
                <a:lnTo>
                  <a:pt x="196453" y="61001"/>
                </a:lnTo>
                <a:lnTo>
                  <a:pt x="224749" y="89297"/>
                </a:lnTo>
                <a:lnTo>
                  <a:pt x="171171" y="142875"/>
                </a:lnTo>
                <a:lnTo>
                  <a:pt x="114523" y="142875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9158288" y="4476508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Testing Strategies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63050" y="4667008"/>
            <a:ext cx="2409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Unit, integration, end-to-end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5060" y="5242207"/>
            <a:ext cx="5608320" cy="1417320"/>
          </a:xfrm>
          <a:custGeom>
            <a:avLst/>
            <a:gdLst/>
            <a:ahLst/>
            <a:cxnLst/>
            <a:rect l="l" t="t" r="r" b="b"/>
            <a:pathLst>
              <a:path w="5608320" h="1417320">
                <a:moveTo>
                  <a:pt x="0" y="0"/>
                </a:moveTo>
                <a:lnTo>
                  <a:pt x="5608320" y="0"/>
                </a:lnTo>
                <a:lnTo>
                  <a:pt x="5608320" y="1417320"/>
                </a:lnTo>
                <a:lnTo>
                  <a:pt x="0" y="1417320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10196"/>
            </a:srgbClr>
          </a:solidFill>
          <a:ln w="10160">
            <a:solidFill>
              <a:srgbClr val="C8A2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351270" y="5398424"/>
            <a:ext cx="538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51270" y="5779424"/>
            <a:ext cx="1238250" cy="723900"/>
          </a:xfrm>
          <a:custGeom>
            <a:avLst/>
            <a:gdLst/>
            <a:ahLst/>
            <a:cxnLst/>
            <a:rect l="l" t="t" r="r" b="b"/>
            <a:pathLst>
              <a:path w="1238250" h="723900">
                <a:moveTo>
                  <a:pt x="38099" y="0"/>
                </a:moveTo>
                <a:lnTo>
                  <a:pt x="1200151" y="0"/>
                </a:lnTo>
                <a:cubicBezTo>
                  <a:pt x="1221178" y="0"/>
                  <a:pt x="1238250" y="17072"/>
                  <a:pt x="1238250" y="38099"/>
                </a:cubicBezTo>
                <a:lnTo>
                  <a:pt x="1238250" y="685801"/>
                </a:lnTo>
                <a:cubicBezTo>
                  <a:pt x="1238250" y="706828"/>
                  <a:pt x="1221178" y="723900"/>
                  <a:pt x="12001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394132" y="5893724"/>
            <a:ext cx="11525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36995" y="6236624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Features Working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704773" y="5779424"/>
            <a:ext cx="1238250" cy="723900"/>
          </a:xfrm>
          <a:custGeom>
            <a:avLst/>
            <a:gdLst/>
            <a:ahLst/>
            <a:cxnLst/>
            <a:rect l="l" t="t" r="r" b="b"/>
            <a:pathLst>
              <a:path w="1238250" h="723900">
                <a:moveTo>
                  <a:pt x="38099" y="0"/>
                </a:moveTo>
                <a:lnTo>
                  <a:pt x="1200151" y="0"/>
                </a:lnTo>
                <a:cubicBezTo>
                  <a:pt x="1221178" y="0"/>
                  <a:pt x="1238250" y="17072"/>
                  <a:pt x="1238250" y="38099"/>
                </a:cubicBezTo>
                <a:lnTo>
                  <a:pt x="1238250" y="685801"/>
                </a:lnTo>
                <a:cubicBezTo>
                  <a:pt x="1238250" y="706828"/>
                  <a:pt x="1221178" y="723900"/>
                  <a:pt x="12001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747635" y="5893724"/>
            <a:ext cx="11525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~150ms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90498" y="6236624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Cold Start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58275" y="5779424"/>
            <a:ext cx="1238250" cy="723900"/>
          </a:xfrm>
          <a:custGeom>
            <a:avLst/>
            <a:gdLst/>
            <a:ahLst/>
            <a:cxnLst/>
            <a:rect l="l" t="t" r="r" b="b"/>
            <a:pathLst>
              <a:path w="1238250" h="723900">
                <a:moveTo>
                  <a:pt x="38099" y="0"/>
                </a:moveTo>
                <a:lnTo>
                  <a:pt x="1200151" y="0"/>
                </a:lnTo>
                <a:cubicBezTo>
                  <a:pt x="1221178" y="0"/>
                  <a:pt x="1238250" y="17072"/>
                  <a:pt x="1238250" y="38099"/>
                </a:cubicBezTo>
                <a:lnTo>
                  <a:pt x="1238250" y="685801"/>
                </a:lnTo>
                <a:cubicBezTo>
                  <a:pt x="1238250" y="706828"/>
                  <a:pt x="1221178" y="723900"/>
                  <a:pt x="12001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9101138" y="5893724"/>
            <a:ext cx="11525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300+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144000" y="6236624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TPS (Groq)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411777" y="5779424"/>
            <a:ext cx="1238250" cy="723900"/>
          </a:xfrm>
          <a:custGeom>
            <a:avLst/>
            <a:gdLst/>
            <a:ahLst/>
            <a:cxnLst/>
            <a:rect l="l" t="t" r="r" b="b"/>
            <a:pathLst>
              <a:path w="1238250" h="723900">
                <a:moveTo>
                  <a:pt x="38099" y="0"/>
                </a:moveTo>
                <a:lnTo>
                  <a:pt x="1200151" y="0"/>
                </a:lnTo>
                <a:cubicBezTo>
                  <a:pt x="1221178" y="0"/>
                  <a:pt x="1238250" y="17072"/>
                  <a:pt x="1238250" y="38099"/>
                </a:cubicBezTo>
                <a:lnTo>
                  <a:pt x="1238250" y="685801"/>
                </a:lnTo>
                <a:cubicBezTo>
                  <a:pt x="1238250" y="706828"/>
                  <a:pt x="1221178" y="723900"/>
                  <a:pt x="12001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2D3136"/>
          </a:solidFill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10454640" y="5893724"/>
            <a:ext cx="11525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~$3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497502" y="6236624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Monthly Cost</a:t>
            </a:r>
            <a:endParaRPr lang="en-US" sz="1600" dirty="0"/>
          </a:p>
        </p:txBody>
      </p:sp>
      <p:sp>
        <p:nvSpPr>
          <p:cNvPr id="72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14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406" y="335406"/>
            <a:ext cx="11588270" cy="201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kern="0" spc="53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406" y="603730"/>
            <a:ext cx="11672121" cy="335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5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947" y="905596"/>
            <a:ext cx="804974" cy="33541"/>
          </a:xfrm>
          <a:custGeom>
            <a:avLst/>
            <a:gdLst/>
            <a:ahLst/>
            <a:cxnLst/>
            <a:rect l="l" t="t" r="r" b="b"/>
            <a:pathLst>
              <a:path w="804974" h="33541">
                <a:moveTo>
                  <a:pt x="0" y="0"/>
                </a:moveTo>
                <a:lnTo>
                  <a:pt x="804974" y="0"/>
                </a:lnTo>
                <a:lnTo>
                  <a:pt x="804974" y="33541"/>
                </a:lnTo>
                <a:lnTo>
                  <a:pt x="0" y="3354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5717" y="1073299"/>
            <a:ext cx="5659972" cy="2859334"/>
          </a:xfrm>
          <a:custGeom>
            <a:avLst/>
            <a:gdLst/>
            <a:ahLst/>
            <a:cxnLst/>
            <a:rect l="l" t="t" r="r" b="b"/>
            <a:pathLst>
              <a:path w="5659972" h="2859334">
                <a:moveTo>
                  <a:pt x="0" y="0"/>
                </a:moveTo>
                <a:lnTo>
                  <a:pt x="5659972" y="0"/>
                </a:lnTo>
                <a:lnTo>
                  <a:pt x="5659972" y="2859334"/>
                </a:lnTo>
                <a:lnTo>
                  <a:pt x="0" y="2859334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5717" y="1073299"/>
            <a:ext cx="33541" cy="2859334"/>
          </a:xfrm>
          <a:custGeom>
            <a:avLst/>
            <a:gdLst/>
            <a:ahLst/>
            <a:cxnLst/>
            <a:rect l="l" t="t" r="r" b="b"/>
            <a:pathLst>
              <a:path w="33541" h="2859334">
                <a:moveTo>
                  <a:pt x="0" y="0"/>
                </a:moveTo>
                <a:lnTo>
                  <a:pt x="33541" y="0"/>
                </a:lnTo>
                <a:lnTo>
                  <a:pt x="33541" y="2859334"/>
                </a:lnTo>
                <a:lnTo>
                  <a:pt x="0" y="2859334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7131" y="1241002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62889" y="31444"/>
                </a:moveTo>
                <a:cubicBezTo>
                  <a:pt x="62889" y="14084"/>
                  <a:pt x="76973" y="0"/>
                  <a:pt x="94333" y="0"/>
                </a:cubicBezTo>
                <a:cubicBezTo>
                  <a:pt x="111693" y="0"/>
                  <a:pt x="125777" y="14084"/>
                  <a:pt x="125777" y="31444"/>
                </a:cubicBezTo>
                <a:lnTo>
                  <a:pt x="125777" y="32623"/>
                </a:lnTo>
                <a:cubicBezTo>
                  <a:pt x="125777" y="37766"/>
                  <a:pt x="121617" y="41926"/>
                  <a:pt x="116475" y="41926"/>
                </a:cubicBezTo>
                <a:lnTo>
                  <a:pt x="72224" y="41926"/>
                </a:lnTo>
                <a:cubicBezTo>
                  <a:pt x="67081" y="41926"/>
                  <a:pt x="62921" y="37766"/>
                  <a:pt x="62921" y="32623"/>
                </a:cubicBezTo>
                <a:lnTo>
                  <a:pt x="62921" y="31444"/>
                </a:lnTo>
                <a:close/>
                <a:moveTo>
                  <a:pt x="176088" y="35637"/>
                </a:moveTo>
                <a:cubicBezTo>
                  <a:pt x="179560" y="40255"/>
                  <a:pt x="178610" y="46839"/>
                  <a:pt x="173992" y="50311"/>
                </a:cubicBezTo>
                <a:lnTo>
                  <a:pt x="141958" y="74320"/>
                </a:lnTo>
                <a:cubicBezTo>
                  <a:pt x="143694" y="77235"/>
                  <a:pt x="145004" y="80445"/>
                  <a:pt x="145823" y="83851"/>
                </a:cubicBezTo>
                <a:lnTo>
                  <a:pt x="178184" y="83851"/>
                </a:lnTo>
                <a:cubicBezTo>
                  <a:pt x="183982" y="83851"/>
                  <a:pt x="188666" y="88535"/>
                  <a:pt x="188666" y="94333"/>
                </a:cubicBezTo>
                <a:cubicBezTo>
                  <a:pt x="188666" y="100130"/>
                  <a:pt x="183982" y="104814"/>
                  <a:pt x="178184" y="104814"/>
                </a:cubicBezTo>
                <a:lnTo>
                  <a:pt x="146740" y="104814"/>
                </a:lnTo>
                <a:lnTo>
                  <a:pt x="146740" y="115296"/>
                </a:lnTo>
                <a:cubicBezTo>
                  <a:pt x="146740" y="116147"/>
                  <a:pt x="146707" y="117032"/>
                  <a:pt x="146675" y="117883"/>
                </a:cubicBezTo>
                <a:lnTo>
                  <a:pt x="173992" y="138355"/>
                </a:lnTo>
                <a:cubicBezTo>
                  <a:pt x="178610" y="141827"/>
                  <a:pt x="179560" y="148411"/>
                  <a:pt x="176088" y="153029"/>
                </a:cubicBezTo>
                <a:cubicBezTo>
                  <a:pt x="172616" y="157647"/>
                  <a:pt x="166032" y="158597"/>
                  <a:pt x="161414" y="155125"/>
                </a:cubicBezTo>
                <a:lnTo>
                  <a:pt x="140746" y="139632"/>
                </a:lnTo>
                <a:cubicBezTo>
                  <a:pt x="133147" y="154110"/>
                  <a:pt x="118964" y="164591"/>
                  <a:pt x="102194" y="167113"/>
                </a:cubicBezTo>
                <a:lnTo>
                  <a:pt x="102194" y="91713"/>
                </a:lnTo>
                <a:cubicBezTo>
                  <a:pt x="102194" y="87356"/>
                  <a:pt x="98689" y="83851"/>
                  <a:pt x="94333" y="83851"/>
                </a:cubicBezTo>
                <a:cubicBezTo>
                  <a:pt x="89977" y="83851"/>
                  <a:pt x="86472" y="87356"/>
                  <a:pt x="86472" y="91713"/>
                </a:cubicBezTo>
                <a:lnTo>
                  <a:pt x="86472" y="167113"/>
                </a:lnTo>
                <a:cubicBezTo>
                  <a:pt x="69702" y="164591"/>
                  <a:pt x="55519" y="154110"/>
                  <a:pt x="47920" y="139632"/>
                </a:cubicBezTo>
                <a:lnTo>
                  <a:pt x="27252" y="155125"/>
                </a:lnTo>
                <a:cubicBezTo>
                  <a:pt x="22633" y="158597"/>
                  <a:pt x="16050" y="157647"/>
                  <a:pt x="12578" y="153029"/>
                </a:cubicBezTo>
                <a:cubicBezTo>
                  <a:pt x="9106" y="148411"/>
                  <a:pt x="10056" y="141827"/>
                  <a:pt x="14674" y="138355"/>
                </a:cubicBezTo>
                <a:lnTo>
                  <a:pt x="41991" y="117883"/>
                </a:lnTo>
                <a:cubicBezTo>
                  <a:pt x="41958" y="117032"/>
                  <a:pt x="41926" y="116180"/>
                  <a:pt x="41926" y="115296"/>
                </a:cubicBezTo>
                <a:lnTo>
                  <a:pt x="41926" y="104814"/>
                </a:lnTo>
                <a:lnTo>
                  <a:pt x="10481" y="104814"/>
                </a:lnTo>
                <a:cubicBezTo>
                  <a:pt x="4684" y="104814"/>
                  <a:pt x="0" y="100130"/>
                  <a:pt x="0" y="94333"/>
                </a:cubicBezTo>
                <a:cubicBezTo>
                  <a:pt x="0" y="88535"/>
                  <a:pt x="4684" y="83851"/>
                  <a:pt x="10481" y="83851"/>
                </a:cubicBezTo>
                <a:lnTo>
                  <a:pt x="42843" y="83851"/>
                </a:lnTo>
                <a:cubicBezTo>
                  <a:pt x="43662" y="80445"/>
                  <a:pt x="44972" y="77235"/>
                  <a:pt x="46708" y="74320"/>
                </a:cubicBezTo>
                <a:lnTo>
                  <a:pt x="14674" y="50311"/>
                </a:lnTo>
                <a:cubicBezTo>
                  <a:pt x="10056" y="46839"/>
                  <a:pt x="9106" y="40255"/>
                  <a:pt x="12578" y="35637"/>
                </a:cubicBezTo>
                <a:cubicBezTo>
                  <a:pt x="16050" y="31018"/>
                  <a:pt x="22633" y="30069"/>
                  <a:pt x="27252" y="33541"/>
                </a:cubicBezTo>
                <a:lnTo>
                  <a:pt x="62889" y="60268"/>
                </a:lnTo>
                <a:cubicBezTo>
                  <a:pt x="66917" y="58598"/>
                  <a:pt x="71339" y="57648"/>
                  <a:pt x="75990" y="57648"/>
                </a:cubicBezTo>
                <a:lnTo>
                  <a:pt x="112675" y="57648"/>
                </a:lnTo>
                <a:cubicBezTo>
                  <a:pt x="117327" y="57648"/>
                  <a:pt x="121748" y="58565"/>
                  <a:pt x="125777" y="60268"/>
                </a:cubicBezTo>
                <a:lnTo>
                  <a:pt x="161414" y="33541"/>
                </a:lnTo>
                <a:cubicBezTo>
                  <a:pt x="166032" y="30069"/>
                  <a:pt x="172616" y="31018"/>
                  <a:pt x="176088" y="35637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6278" y="1207461"/>
            <a:ext cx="5249100" cy="234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Challenge 1: Groq API 403 Error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0004" y="1546221"/>
            <a:ext cx="5373201" cy="576898"/>
          </a:xfrm>
          <a:custGeom>
            <a:avLst/>
            <a:gdLst/>
            <a:ahLst/>
            <a:cxnLst/>
            <a:rect l="l" t="t" r="r" b="b"/>
            <a:pathLst>
              <a:path w="5373201" h="576898">
                <a:moveTo>
                  <a:pt x="33541" y="0"/>
                </a:moveTo>
                <a:lnTo>
                  <a:pt x="5339660" y="0"/>
                </a:lnTo>
                <a:cubicBezTo>
                  <a:pt x="5358171" y="0"/>
                  <a:pt x="5373201" y="15029"/>
                  <a:pt x="5373201" y="33541"/>
                </a:cubicBezTo>
                <a:lnTo>
                  <a:pt x="5373201" y="543357"/>
                </a:lnTo>
                <a:cubicBezTo>
                  <a:pt x="5373201" y="561881"/>
                  <a:pt x="5358184" y="576898"/>
                  <a:pt x="5339660" y="576898"/>
                </a:cubicBezTo>
                <a:lnTo>
                  <a:pt x="33541" y="576898"/>
                </a:lnTo>
                <a:cubicBezTo>
                  <a:pt x="15029" y="576898"/>
                  <a:pt x="0" y="561869"/>
                  <a:pt x="0" y="543357"/>
                </a:cubicBezTo>
                <a:lnTo>
                  <a:pt x="0" y="33541"/>
                </a:lnTo>
                <a:cubicBezTo>
                  <a:pt x="0" y="15017"/>
                  <a:pt x="15017" y="0"/>
                  <a:pt x="33541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3980" y="1650203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FF646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980" y="1851447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Groq API returned error code: 1010 (Cloudflare blocked requests)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0004" y="2196905"/>
            <a:ext cx="5373201" cy="576898"/>
          </a:xfrm>
          <a:custGeom>
            <a:avLst/>
            <a:gdLst/>
            <a:ahLst/>
            <a:cxnLst/>
            <a:rect l="l" t="t" r="r" b="b"/>
            <a:pathLst>
              <a:path w="5373201" h="576898">
                <a:moveTo>
                  <a:pt x="33541" y="0"/>
                </a:moveTo>
                <a:lnTo>
                  <a:pt x="5339660" y="0"/>
                </a:lnTo>
                <a:cubicBezTo>
                  <a:pt x="5358171" y="0"/>
                  <a:pt x="5373201" y="15029"/>
                  <a:pt x="5373201" y="33541"/>
                </a:cubicBezTo>
                <a:lnTo>
                  <a:pt x="5373201" y="543357"/>
                </a:lnTo>
                <a:cubicBezTo>
                  <a:pt x="5373201" y="561881"/>
                  <a:pt x="5358184" y="576898"/>
                  <a:pt x="5339660" y="576898"/>
                </a:cubicBezTo>
                <a:lnTo>
                  <a:pt x="33541" y="576898"/>
                </a:lnTo>
                <a:cubicBezTo>
                  <a:pt x="15029" y="576898"/>
                  <a:pt x="0" y="561869"/>
                  <a:pt x="0" y="543357"/>
                </a:cubicBezTo>
                <a:lnTo>
                  <a:pt x="0" y="33541"/>
                </a:lnTo>
                <a:cubicBezTo>
                  <a:pt x="0" y="15017"/>
                  <a:pt x="15017" y="0"/>
                  <a:pt x="33541" y="0"/>
                </a:cubicBezTo>
                <a:close/>
              </a:path>
            </a:pathLst>
          </a:custGeom>
          <a:solidFill>
            <a:srgbClr val="C8A265">
              <a:alpha val="20000"/>
            </a:srgbClr>
          </a:solidFill>
          <a:ln w="10160">
            <a:solidFill>
              <a:srgbClr val="C8A2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3980" y="2300887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Root Cause: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3980" y="2502131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Missing User-Agent header in HTTP requests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0004" y="2847605"/>
            <a:ext cx="5373201" cy="945844"/>
          </a:xfrm>
          <a:custGeom>
            <a:avLst/>
            <a:gdLst/>
            <a:ahLst/>
            <a:cxnLst/>
            <a:rect l="l" t="t" r="r" b="b"/>
            <a:pathLst>
              <a:path w="5373201" h="945844">
                <a:moveTo>
                  <a:pt x="33540" y="0"/>
                </a:moveTo>
                <a:lnTo>
                  <a:pt x="5339661" y="0"/>
                </a:lnTo>
                <a:cubicBezTo>
                  <a:pt x="5358184" y="0"/>
                  <a:pt x="5373201" y="15016"/>
                  <a:pt x="5373201" y="33540"/>
                </a:cubicBezTo>
                <a:lnTo>
                  <a:pt x="5373201" y="912305"/>
                </a:lnTo>
                <a:cubicBezTo>
                  <a:pt x="5373201" y="930828"/>
                  <a:pt x="5358184" y="945844"/>
                  <a:pt x="5339661" y="945844"/>
                </a:cubicBezTo>
                <a:lnTo>
                  <a:pt x="33540" y="945844"/>
                </a:lnTo>
                <a:cubicBezTo>
                  <a:pt x="15016" y="945844"/>
                  <a:pt x="0" y="930828"/>
                  <a:pt x="0" y="912305"/>
                </a:cubicBezTo>
                <a:lnTo>
                  <a:pt x="0" y="33540"/>
                </a:lnTo>
                <a:cubicBezTo>
                  <a:pt x="0" y="15029"/>
                  <a:pt x="15029" y="0"/>
                  <a:pt x="33540" y="0"/>
                </a:cubicBezTo>
                <a:close/>
              </a:path>
            </a:pathLst>
          </a:custGeom>
          <a:solidFill>
            <a:srgbClr val="0D542B">
              <a:alpha val="20000"/>
            </a:srgbClr>
          </a:solidFill>
          <a:ln w="1016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3980" y="2951571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980" y="3152815"/>
            <a:ext cx="1986650" cy="5229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req.add_header( "User-Agent", "python-urllib/groq-api-client" 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17" y="4064699"/>
            <a:ext cx="5659972" cy="2658091"/>
          </a:xfrm>
          <a:custGeom>
            <a:avLst/>
            <a:gdLst/>
            <a:ahLst/>
            <a:cxnLst/>
            <a:rect l="l" t="t" r="r" b="b"/>
            <a:pathLst>
              <a:path w="5659972" h="2658091">
                <a:moveTo>
                  <a:pt x="0" y="0"/>
                </a:moveTo>
                <a:lnTo>
                  <a:pt x="5659972" y="0"/>
                </a:lnTo>
                <a:lnTo>
                  <a:pt x="5659972" y="2658091"/>
                </a:lnTo>
                <a:lnTo>
                  <a:pt x="0" y="265809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5717" y="4064699"/>
            <a:ext cx="33541" cy="2658091"/>
          </a:xfrm>
          <a:custGeom>
            <a:avLst/>
            <a:gdLst/>
            <a:ahLst/>
            <a:cxnLst/>
            <a:rect l="l" t="t" r="r" b="b"/>
            <a:pathLst>
              <a:path w="33541" h="2658091">
                <a:moveTo>
                  <a:pt x="0" y="0"/>
                </a:moveTo>
                <a:lnTo>
                  <a:pt x="33541" y="0"/>
                </a:lnTo>
                <a:lnTo>
                  <a:pt x="33541" y="2658091"/>
                </a:lnTo>
                <a:lnTo>
                  <a:pt x="0" y="2658091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7131" y="4232402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62889" y="31444"/>
                </a:moveTo>
                <a:cubicBezTo>
                  <a:pt x="62889" y="14084"/>
                  <a:pt x="76973" y="0"/>
                  <a:pt x="94333" y="0"/>
                </a:cubicBezTo>
                <a:cubicBezTo>
                  <a:pt x="111693" y="0"/>
                  <a:pt x="125777" y="14084"/>
                  <a:pt x="125777" y="31444"/>
                </a:cubicBezTo>
                <a:lnTo>
                  <a:pt x="125777" y="32623"/>
                </a:lnTo>
                <a:cubicBezTo>
                  <a:pt x="125777" y="37766"/>
                  <a:pt x="121617" y="41926"/>
                  <a:pt x="116475" y="41926"/>
                </a:cubicBezTo>
                <a:lnTo>
                  <a:pt x="72224" y="41926"/>
                </a:lnTo>
                <a:cubicBezTo>
                  <a:pt x="67081" y="41926"/>
                  <a:pt x="62921" y="37766"/>
                  <a:pt x="62921" y="32623"/>
                </a:cubicBezTo>
                <a:lnTo>
                  <a:pt x="62921" y="31444"/>
                </a:lnTo>
                <a:close/>
                <a:moveTo>
                  <a:pt x="176088" y="35637"/>
                </a:moveTo>
                <a:cubicBezTo>
                  <a:pt x="179560" y="40255"/>
                  <a:pt x="178610" y="46839"/>
                  <a:pt x="173992" y="50311"/>
                </a:cubicBezTo>
                <a:lnTo>
                  <a:pt x="141958" y="74320"/>
                </a:lnTo>
                <a:cubicBezTo>
                  <a:pt x="143694" y="77235"/>
                  <a:pt x="145004" y="80445"/>
                  <a:pt x="145823" y="83851"/>
                </a:cubicBezTo>
                <a:lnTo>
                  <a:pt x="178184" y="83851"/>
                </a:lnTo>
                <a:cubicBezTo>
                  <a:pt x="183982" y="83851"/>
                  <a:pt x="188666" y="88535"/>
                  <a:pt x="188666" y="94333"/>
                </a:cubicBezTo>
                <a:cubicBezTo>
                  <a:pt x="188666" y="100130"/>
                  <a:pt x="183982" y="104814"/>
                  <a:pt x="178184" y="104814"/>
                </a:cubicBezTo>
                <a:lnTo>
                  <a:pt x="146740" y="104814"/>
                </a:lnTo>
                <a:lnTo>
                  <a:pt x="146740" y="115296"/>
                </a:lnTo>
                <a:cubicBezTo>
                  <a:pt x="146740" y="116147"/>
                  <a:pt x="146707" y="117032"/>
                  <a:pt x="146675" y="117883"/>
                </a:cubicBezTo>
                <a:lnTo>
                  <a:pt x="173992" y="138355"/>
                </a:lnTo>
                <a:cubicBezTo>
                  <a:pt x="178610" y="141827"/>
                  <a:pt x="179560" y="148411"/>
                  <a:pt x="176088" y="153029"/>
                </a:cubicBezTo>
                <a:cubicBezTo>
                  <a:pt x="172616" y="157647"/>
                  <a:pt x="166032" y="158597"/>
                  <a:pt x="161414" y="155125"/>
                </a:cubicBezTo>
                <a:lnTo>
                  <a:pt x="140746" y="139632"/>
                </a:lnTo>
                <a:cubicBezTo>
                  <a:pt x="133147" y="154110"/>
                  <a:pt x="118964" y="164591"/>
                  <a:pt x="102194" y="167113"/>
                </a:cubicBezTo>
                <a:lnTo>
                  <a:pt x="102194" y="91713"/>
                </a:lnTo>
                <a:cubicBezTo>
                  <a:pt x="102194" y="87356"/>
                  <a:pt x="98689" y="83851"/>
                  <a:pt x="94333" y="83851"/>
                </a:cubicBezTo>
                <a:cubicBezTo>
                  <a:pt x="89977" y="83851"/>
                  <a:pt x="86472" y="87356"/>
                  <a:pt x="86472" y="91713"/>
                </a:cubicBezTo>
                <a:lnTo>
                  <a:pt x="86472" y="167113"/>
                </a:lnTo>
                <a:cubicBezTo>
                  <a:pt x="69702" y="164591"/>
                  <a:pt x="55519" y="154110"/>
                  <a:pt x="47920" y="139632"/>
                </a:cubicBezTo>
                <a:lnTo>
                  <a:pt x="27252" y="155125"/>
                </a:lnTo>
                <a:cubicBezTo>
                  <a:pt x="22633" y="158597"/>
                  <a:pt x="16050" y="157647"/>
                  <a:pt x="12578" y="153029"/>
                </a:cubicBezTo>
                <a:cubicBezTo>
                  <a:pt x="9106" y="148411"/>
                  <a:pt x="10056" y="141827"/>
                  <a:pt x="14674" y="138355"/>
                </a:cubicBezTo>
                <a:lnTo>
                  <a:pt x="41991" y="117883"/>
                </a:lnTo>
                <a:cubicBezTo>
                  <a:pt x="41958" y="117032"/>
                  <a:pt x="41926" y="116180"/>
                  <a:pt x="41926" y="115296"/>
                </a:cubicBezTo>
                <a:lnTo>
                  <a:pt x="41926" y="104814"/>
                </a:lnTo>
                <a:lnTo>
                  <a:pt x="10481" y="104814"/>
                </a:lnTo>
                <a:cubicBezTo>
                  <a:pt x="4684" y="104814"/>
                  <a:pt x="0" y="100130"/>
                  <a:pt x="0" y="94333"/>
                </a:cubicBezTo>
                <a:cubicBezTo>
                  <a:pt x="0" y="88535"/>
                  <a:pt x="4684" y="83851"/>
                  <a:pt x="10481" y="83851"/>
                </a:cubicBezTo>
                <a:lnTo>
                  <a:pt x="42843" y="83851"/>
                </a:lnTo>
                <a:cubicBezTo>
                  <a:pt x="43662" y="80445"/>
                  <a:pt x="44972" y="77235"/>
                  <a:pt x="46708" y="74320"/>
                </a:cubicBezTo>
                <a:lnTo>
                  <a:pt x="14674" y="50311"/>
                </a:lnTo>
                <a:cubicBezTo>
                  <a:pt x="10056" y="46839"/>
                  <a:pt x="9106" y="40255"/>
                  <a:pt x="12578" y="35637"/>
                </a:cubicBezTo>
                <a:cubicBezTo>
                  <a:pt x="16050" y="31018"/>
                  <a:pt x="22633" y="30069"/>
                  <a:pt x="27252" y="33541"/>
                </a:cubicBezTo>
                <a:lnTo>
                  <a:pt x="62889" y="60268"/>
                </a:lnTo>
                <a:cubicBezTo>
                  <a:pt x="66917" y="58598"/>
                  <a:pt x="71339" y="57648"/>
                  <a:pt x="75990" y="57648"/>
                </a:cubicBezTo>
                <a:lnTo>
                  <a:pt x="112675" y="57648"/>
                </a:lnTo>
                <a:cubicBezTo>
                  <a:pt x="117327" y="57648"/>
                  <a:pt x="121748" y="58565"/>
                  <a:pt x="125777" y="60268"/>
                </a:cubicBezTo>
                <a:lnTo>
                  <a:pt x="161414" y="33541"/>
                </a:lnTo>
                <a:cubicBezTo>
                  <a:pt x="166032" y="30069"/>
                  <a:pt x="172616" y="31018"/>
                  <a:pt x="176088" y="35637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6278" y="4198861"/>
            <a:ext cx="5249100" cy="234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Challenge 2: DynamoDB Permission Errors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0004" y="4537621"/>
            <a:ext cx="5373201" cy="576898"/>
          </a:xfrm>
          <a:custGeom>
            <a:avLst/>
            <a:gdLst/>
            <a:ahLst/>
            <a:cxnLst/>
            <a:rect l="l" t="t" r="r" b="b"/>
            <a:pathLst>
              <a:path w="5373201" h="576898">
                <a:moveTo>
                  <a:pt x="33541" y="0"/>
                </a:moveTo>
                <a:lnTo>
                  <a:pt x="5339660" y="0"/>
                </a:lnTo>
                <a:cubicBezTo>
                  <a:pt x="5358171" y="0"/>
                  <a:pt x="5373201" y="15029"/>
                  <a:pt x="5373201" y="33541"/>
                </a:cubicBezTo>
                <a:lnTo>
                  <a:pt x="5373201" y="543357"/>
                </a:lnTo>
                <a:cubicBezTo>
                  <a:pt x="5373201" y="561881"/>
                  <a:pt x="5358184" y="576898"/>
                  <a:pt x="5339660" y="576898"/>
                </a:cubicBezTo>
                <a:lnTo>
                  <a:pt x="33541" y="576898"/>
                </a:lnTo>
                <a:cubicBezTo>
                  <a:pt x="15029" y="576898"/>
                  <a:pt x="0" y="561869"/>
                  <a:pt x="0" y="543357"/>
                </a:cubicBezTo>
                <a:lnTo>
                  <a:pt x="0" y="33541"/>
                </a:lnTo>
                <a:cubicBezTo>
                  <a:pt x="0" y="15017"/>
                  <a:pt x="15017" y="0"/>
                  <a:pt x="33541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3980" y="4641604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FF646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980" y="4842847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AccessDeniedException in CloudWatch logs during DynamoDB operations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0004" y="5188305"/>
            <a:ext cx="5373201" cy="576898"/>
          </a:xfrm>
          <a:custGeom>
            <a:avLst/>
            <a:gdLst/>
            <a:ahLst/>
            <a:cxnLst/>
            <a:rect l="l" t="t" r="r" b="b"/>
            <a:pathLst>
              <a:path w="5373201" h="576898">
                <a:moveTo>
                  <a:pt x="33541" y="0"/>
                </a:moveTo>
                <a:lnTo>
                  <a:pt x="5339660" y="0"/>
                </a:lnTo>
                <a:cubicBezTo>
                  <a:pt x="5358171" y="0"/>
                  <a:pt x="5373201" y="15029"/>
                  <a:pt x="5373201" y="33541"/>
                </a:cubicBezTo>
                <a:lnTo>
                  <a:pt x="5373201" y="543357"/>
                </a:lnTo>
                <a:cubicBezTo>
                  <a:pt x="5373201" y="561881"/>
                  <a:pt x="5358184" y="576898"/>
                  <a:pt x="5339660" y="576898"/>
                </a:cubicBezTo>
                <a:lnTo>
                  <a:pt x="33541" y="576898"/>
                </a:lnTo>
                <a:cubicBezTo>
                  <a:pt x="15029" y="576898"/>
                  <a:pt x="0" y="561869"/>
                  <a:pt x="0" y="543357"/>
                </a:cubicBezTo>
                <a:lnTo>
                  <a:pt x="0" y="33541"/>
                </a:lnTo>
                <a:cubicBezTo>
                  <a:pt x="0" y="15017"/>
                  <a:pt x="15017" y="0"/>
                  <a:pt x="33541" y="0"/>
                </a:cubicBezTo>
                <a:close/>
              </a:path>
            </a:pathLst>
          </a:custGeom>
          <a:solidFill>
            <a:srgbClr val="C8A265">
              <a:alpha val="20000"/>
            </a:srgbClr>
          </a:solidFill>
          <a:ln w="10160">
            <a:solidFill>
              <a:srgbClr val="C8A2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3980" y="5292287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Root Cause: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980" y="5493531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Lambda IAM role missing specific DynamoDB permissions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0004" y="5839005"/>
            <a:ext cx="5373201" cy="744601"/>
          </a:xfrm>
          <a:custGeom>
            <a:avLst/>
            <a:gdLst/>
            <a:ahLst/>
            <a:cxnLst/>
            <a:rect l="l" t="t" r="r" b="b"/>
            <a:pathLst>
              <a:path w="5373201" h="744601">
                <a:moveTo>
                  <a:pt x="33544" y="0"/>
                </a:moveTo>
                <a:lnTo>
                  <a:pt x="5339656" y="0"/>
                </a:lnTo>
                <a:cubicBezTo>
                  <a:pt x="5358182" y="0"/>
                  <a:pt x="5373201" y="15018"/>
                  <a:pt x="5373201" y="33544"/>
                </a:cubicBezTo>
                <a:lnTo>
                  <a:pt x="5373201" y="711057"/>
                </a:lnTo>
                <a:cubicBezTo>
                  <a:pt x="5373201" y="729583"/>
                  <a:pt x="5358182" y="744601"/>
                  <a:pt x="5339656" y="744601"/>
                </a:cubicBezTo>
                <a:lnTo>
                  <a:pt x="33544" y="744601"/>
                </a:lnTo>
                <a:cubicBezTo>
                  <a:pt x="15018" y="744601"/>
                  <a:pt x="0" y="729583"/>
                  <a:pt x="0" y="711057"/>
                </a:cubicBezTo>
                <a:lnTo>
                  <a:pt x="0" y="33544"/>
                </a:lnTo>
                <a:cubicBezTo>
                  <a:pt x="0" y="15018"/>
                  <a:pt x="15018" y="0"/>
                  <a:pt x="33544" y="0"/>
                </a:cubicBezTo>
                <a:close/>
              </a:path>
            </a:pathLst>
          </a:custGeom>
          <a:solidFill>
            <a:srgbClr val="0D542B">
              <a:alpha val="20000"/>
            </a:srgbClr>
          </a:solidFill>
          <a:ln w="1016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3980" y="5942971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3980" y="6144215"/>
            <a:ext cx="5223945" cy="335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Refined IAM policy with explicit table ARN and required actions (GetItem, PutItem, Query, UpdateItem, DeleteItem)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31002" y="1073299"/>
            <a:ext cx="5659972" cy="2725172"/>
          </a:xfrm>
          <a:custGeom>
            <a:avLst/>
            <a:gdLst/>
            <a:ahLst/>
            <a:cxnLst/>
            <a:rect l="l" t="t" r="r" b="b"/>
            <a:pathLst>
              <a:path w="5659972" h="2725172">
                <a:moveTo>
                  <a:pt x="0" y="0"/>
                </a:moveTo>
                <a:lnTo>
                  <a:pt x="5659972" y="0"/>
                </a:lnTo>
                <a:lnTo>
                  <a:pt x="5659972" y="2725172"/>
                </a:lnTo>
                <a:lnTo>
                  <a:pt x="0" y="272517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231002" y="1073299"/>
            <a:ext cx="33541" cy="2725172"/>
          </a:xfrm>
          <a:custGeom>
            <a:avLst/>
            <a:gdLst/>
            <a:ahLst/>
            <a:cxnLst/>
            <a:rect l="l" t="t" r="r" b="b"/>
            <a:pathLst>
              <a:path w="33541" h="2725172">
                <a:moveTo>
                  <a:pt x="0" y="0"/>
                </a:moveTo>
                <a:lnTo>
                  <a:pt x="33541" y="0"/>
                </a:lnTo>
                <a:lnTo>
                  <a:pt x="33541" y="2725172"/>
                </a:lnTo>
                <a:lnTo>
                  <a:pt x="0" y="2725172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92416" y="1241002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62889" y="31444"/>
                </a:moveTo>
                <a:cubicBezTo>
                  <a:pt x="62889" y="14084"/>
                  <a:pt x="76973" y="0"/>
                  <a:pt x="94333" y="0"/>
                </a:cubicBezTo>
                <a:cubicBezTo>
                  <a:pt x="111693" y="0"/>
                  <a:pt x="125777" y="14084"/>
                  <a:pt x="125777" y="31444"/>
                </a:cubicBezTo>
                <a:lnTo>
                  <a:pt x="125777" y="32623"/>
                </a:lnTo>
                <a:cubicBezTo>
                  <a:pt x="125777" y="37766"/>
                  <a:pt x="121617" y="41926"/>
                  <a:pt x="116475" y="41926"/>
                </a:cubicBezTo>
                <a:lnTo>
                  <a:pt x="72224" y="41926"/>
                </a:lnTo>
                <a:cubicBezTo>
                  <a:pt x="67081" y="41926"/>
                  <a:pt x="62921" y="37766"/>
                  <a:pt x="62921" y="32623"/>
                </a:cubicBezTo>
                <a:lnTo>
                  <a:pt x="62921" y="31444"/>
                </a:lnTo>
                <a:close/>
                <a:moveTo>
                  <a:pt x="176088" y="35637"/>
                </a:moveTo>
                <a:cubicBezTo>
                  <a:pt x="179560" y="40255"/>
                  <a:pt x="178610" y="46839"/>
                  <a:pt x="173992" y="50311"/>
                </a:cubicBezTo>
                <a:lnTo>
                  <a:pt x="141958" y="74320"/>
                </a:lnTo>
                <a:cubicBezTo>
                  <a:pt x="143694" y="77235"/>
                  <a:pt x="145004" y="80445"/>
                  <a:pt x="145823" y="83851"/>
                </a:cubicBezTo>
                <a:lnTo>
                  <a:pt x="178184" y="83851"/>
                </a:lnTo>
                <a:cubicBezTo>
                  <a:pt x="183982" y="83851"/>
                  <a:pt x="188666" y="88535"/>
                  <a:pt x="188666" y="94333"/>
                </a:cubicBezTo>
                <a:cubicBezTo>
                  <a:pt x="188666" y="100130"/>
                  <a:pt x="183982" y="104814"/>
                  <a:pt x="178184" y="104814"/>
                </a:cubicBezTo>
                <a:lnTo>
                  <a:pt x="146740" y="104814"/>
                </a:lnTo>
                <a:lnTo>
                  <a:pt x="146740" y="115296"/>
                </a:lnTo>
                <a:cubicBezTo>
                  <a:pt x="146740" y="116147"/>
                  <a:pt x="146707" y="117032"/>
                  <a:pt x="146675" y="117883"/>
                </a:cubicBezTo>
                <a:lnTo>
                  <a:pt x="173992" y="138355"/>
                </a:lnTo>
                <a:cubicBezTo>
                  <a:pt x="178610" y="141827"/>
                  <a:pt x="179560" y="148411"/>
                  <a:pt x="176088" y="153029"/>
                </a:cubicBezTo>
                <a:cubicBezTo>
                  <a:pt x="172616" y="157647"/>
                  <a:pt x="166032" y="158597"/>
                  <a:pt x="161414" y="155125"/>
                </a:cubicBezTo>
                <a:lnTo>
                  <a:pt x="140746" y="139632"/>
                </a:lnTo>
                <a:cubicBezTo>
                  <a:pt x="133147" y="154110"/>
                  <a:pt x="118964" y="164591"/>
                  <a:pt x="102194" y="167113"/>
                </a:cubicBezTo>
                <a:lnTo>
                  <a:pt x="102194" y="91713"/>
                </a:lnTo>
                <a:cubicBezTo>
                  <a:pt x="102194" y="87356"/>
                  <a:pt x="98689" y="83851"/>
                  <a:pt x="94333" y="83851"/>
                </a:cubicBezTo>
                <a:cubicBezTo>
                  <a:pt x="89977" y="83851"/>
                  <a:pt x="86472" y="87356"/>
                  <a:pt x="86472" y="91713"/>
                </a:cubicBezTo>
                <a:lnTo>
                  <a:pt x="86472" y="167113"/>
                </a:lnTo>
                <a:cubicBezTo>
                  <a:pt x="69702" y="164591"/>
                  <a:pt x="55519" y="154110"/>
                  <a:pt x="47920" y="139632"/>
                </a:cubicBezTo>
                <a:lnTo>
                  <a:pt x="27252" y="155125"/>
                </a:lnTo>
                <a:cubicBezTo>
                  <a:pt x="22633" y="158597"/>
                  <a:pt x="16050" y="157647"/>
                  <a:pt x="12578" y="153029"/>
                </a:cubicBezTo>
                <a:cubicBezTo>
                  <a:pt x="9106" y="148411"/>
                  <a:pt x="10056" y="141827"/>
                  <a:pt x="14674" y="138355"/>
                </a:cubicBezTo>
                <a:lnTo>
                  <a:pt x="41991" y="117883"/>
                </a:lnTo>
                <a:cubicBezTo>
                  <a:pt x="41958" y="117032"/>
                  <a:pt x="41926" y="116180"/>
                  <a:pt x="41926" y="115296"/>
                </a:cubicBezTo>
                <a:lnTo>
                  <a:pt x="41926" y="104814"/>
                </a:lnTo>
                <a:lnTo>
                  <a:pt x="10481" y="104814"/>
                </a:lnTo>
                <a:cubicBezTo>
                  <a:pt x="4684" y="104814"/>
                  <a:pt x="0" y="100130"/>
                  <a:pt x="0" y="94333"/>
                </a:cubicBezTo>
                <a:cubicBezTo>
                  <a:pt x="0" y="88535"/>
                  <a:pt x="4684" y="83851"/>
                  <a:pt x="10481" y="83851"/>
                </a:cubicBezTo>
                <a:lnTo>
                  <a:pt x="42843" y="83851"/>
                </a:lnTo>
                <a:cubicBezTo>
                  <a:pt x="43662" y="80445"/>
                  <a:pt x="44972" y="77235"/>
                  <a:pt x="46708" y="74320"/>
                </a:cubicBezTo>
                <a:lnTo>
                  <a:pt x="14674" y="50311"/>
                </a:lnTo>
                <a:cubicBezTo>
                  <a:pt x="10056" y="46839"/>
                  <a:pt x="9106" y="40255"/>
                  <a:pt x="12578" y="35637"/>
                </a:cubicBezTo>
                <a:cubicBezTo>
                  <a:pt x="16050" y="31018"/>
                  <a:pt x="22633" y="30069"/>
                  <a:pt x="27252" y="33541"/>
                </a:cubicBezTo>
                <a:lnTo>
                  <a:pt x="62889" y="60268"/>
                </a:lnTo>
                <a:cubicBezTo>
                  <a:pt x="66917" y="58598"/>
                  <a:pt x="71339" y="57648"/>
                  <a:pt x="75990" y="57648"/>
                </a:cubicBezTo>
                <a:lnTo>
                  <a:pt x="112675" y="57648"/>
                </a:lnTo>
                <a:cubicBezTo>
                  <a:pt x="117327" y="57648"/>
                  <a:pt x="121748" y="58565"/>
                  <a:pt x="125777" y="60268"/>
                </a:cubicBezTo>
                <a:lnTo>
                  <a:pt x="161414" y="33541"/>
                </a:lnTo>
                <a:cubicBezTo>
                  <a:pt x="166032" y="30069"/>
                  <a:pt x="172616" y="31018"/>
                  <a:pt x="176088" y="35637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91563" y="1207461"/>
            <a:ext cx="5249100" cy="234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Challenge 3: Webhook Configuration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5288" y="1546221"/>
            <a:ext cx="5373201" cy="576898"/>
          </a:xfrm>
          <a:custGeom>
            <a:avLst/>
            <a:gdLst/>
            <a:ahLst/>
            <a:cxnLst/>
            <a:rect l="l" t="t" r="r" b="b"/>
            <a:pathLst>
              <a:path w="5373201" h="576898">
                <a:moveTo>
                  <a:pt x="33541" y="0"/>
                </a:moveTo>
                <a:lnTo>
                  <a:pt x="5339660" y="0"/>
                </a:lnTo>
                <a:cubicBezTo>
                  <a:pt x="5358171" y="0"/>
                  <a:pt x="5373201" y="15029"/>
                  <a:pt x="5373201" y="33541"/>
                </a:cubicBezTo>
                <a:lnTo>
                  <a:pt x="5373201" y="543357"/>
                </a:lnTo>
                <a:cubicBezTo>
                  <a:pt x="5373201" y="561881"/>
                  <a:pt x="5358184" y="576898"/>
                  <a:pt x="5339660" y="576898"/>
                </a:cubicBezTo>
                <a:lnTo>
                  <a:pt x="33541" y="576898"/>
                </a:lnTo>
                <a:cubicBezTo>
                  <a:pt x="15029" y="576898"/>
                  <a:pt x="0" y="561869"/>
                  <a:pt x="0" y="543357"/>
                </a:cubicBezTo>
                <a:lnTo>
                  <a:pt x="0" y="33541"/>
                </a:lnTo>
                <a:cubicBezTo>
                  <a:pt x="0" y="15017"/>
                  <a:pt x="15017" y="0"/>
                  <a:pt x="33541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89264" y="1650203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FF646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9264" y="1851447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 not responding to messages after deployment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5288" y="2196905"/>
            <a:ext cx="5373201" cy="576898"/>
          </a:xfrm>
          <a:custGeom>
            <a:avLst/>
            <a:gdLst/>
            <a:ahLst/>
            <a:cxnLst/>
            <a:rect l="l" t="t" r="r" b="b"/>
            <a:pathLst>
              <a:path w="5373201" h="576898">
                <a:moveTo>
                  <a:pt x="33541" y="0"/>
                </a:moveTo>
                <a:lnTo>
                  <a:pt x="5339660" y="0"/>
                </a:lnTo>
                <a:cubicBezTo>
                  <a:pt x="5358171" y="0"/>
                  <a:pt x="5373201" y="15029"/>
                  <a:pt x="5373201" y="33541"/>
                </a:cubicBezTo>
                <a:lnTo>
                  <a:pt x="5373201" y="543357"/>
                </a:lnTo>
                <a:cubicBezTo>
                  <a:pt x="5373201" y="561881"/>
                  <a:pt x="5358184" y="576898"/>
                  <a:pt x="5339660" y="576898"/>
                </a:cubicBezTo>
                <a:lnTo>
                  <a:pt x="33541" y="576898"/>
                </a:lnTo>
                <a:cubicBezTo>
                  <a:pt x="15029" y="576898"/>
                  <a:pt x="0" y="561869"/>
                  <a:pt x="0" y="543357"/>
                </a:cubicBezTo>
                <a:lnTo>
                  <a:pt x="0" y="33541"/>
                </a:lnTo>
                <a:cubicBezTo>
                  <a:pt x="0" y="15017"/>
                  <a:pt x="15017" y="0"/>
                  <a:pt x="33541" y="0"/>
                </a:cubicBezTo>
                <a:close/>
              </a:path>
            </a:pathLst>
          </a:custGeom>
          <a:solidFill>
            <a:srgbClr val="C8A265">
              <a:alpha val="20000"/>
            </a:srgbClr>
          </a:solidFill>
          <a:ln w="10160">
            <a:solidFill>
              <a:srgbClr val="C8A2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89264" y="2300887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Root Cause: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89264" y="2502131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Telegram webhook not properly configured with API Gateway URL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5288" y="2847605"/>
            <a:ext cx="5373201" cy="811682"/>
          </a:xfrm>
          <a:custGeom>
            <a:avLst/>
            <a:gdLst/>
            <a:ahLst/>
            <a:cxnLst/>
            <a:rect l="l" t="t" r="r" b="b"/>
            <a:pathLst>
              <a:path w="5373201" h="811682">
                <a:moveTo>
                  <a:pt x="33539" y="0"/>
                </a:moveTo>
                <a:lnTo>
                  <a:pt x="5339662" y="0"/>
                </a:lnTo>
                <a:cubicBezTo>
                  <a:pt x="5358185" y="0"/>
                  <a:pt x="5373201" y="15016"/>
                  <a:pt x="5373201" y="33539"/>
                </a:cubicBezTo>
                <a:lnTo>
                  <a:pt x="5373201" y="778143"/>
                </a:lnTo>
                <a:cubicBezTo>
                  <a:pt x="5373201" y="796666"/>
                  <a:pt x="5358185" y="811682"/>
                  <a:pt x="5339662" y="811682"/>
                </a:cubicBezTo>
                <a:lnTo>
                  <a:pt x="33539" y="811682"/>
                </a:lnTo>
                <a:cubicBezTo>
                  <a:pt x="15016" y="811682"/>
                  <a:pt x="0" y="796666"/>
                  <a:pt x="0" y="778143"/>
                </a:cubicBezTo>
                <a:lnTo>
                  <a:pt x="0" y="33539"/>
                </a:lnTo>
                <a:cubicBezTo>
                  <a:pt x="0" y="15028"/>
                  <a:pt x="15028" y="0"/>
                  <a:pt x="33539" y="0"/>
                </a:cubicBezTo>
                <a:close/>
              </a:path>
            </a:pathLst>
          </a:custGeom>
          <a:solidFill>
            <a:srgbClr val="0D542B">
              <a:alpha val="20000"/>
            </a:srgbClr>
          </a:solidFill>
          <a:ln w="1016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89264" y="2951571"/>
            <a:ext cx="5223945" cy="1677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Solution: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89264" y="3152815"/>
            <a:ext cx="3590938" cy="388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export API_URL=$(terraform output -raw api_gateway_invoke_url) curl -X POST "https://api.telegram.org/bot${TOKEN}/setWebhook" \ -d "url=${API_URL}"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31002" y="3930651"/>
            <a:ext cx="5659972" cy="1878272"/>
          </a:xfrm>
          <a:custGeom>
            <a:avLst/>
            <a:gdLst/>
            <a:ahLst/>
            <a:cxnLst/>
            <a:rect l="l" t="t" r="r" b="b"/>
            <a:pathLst>
              <a:path w="5659972" h="1878272">
                <a:moveTo>
                  <a:pt x="0" y="0"/>
                </a:moveTo>
                <a:lnTo>
                  <a:pt x="5659972" y="0"/>
                </a:lnTo>
                <a:lnTo>
                  <a:pt x="5659972" y="1878272"/>
                </a:lnTo>
                <a:lnTo>
                  <a:pt x="0" y="187827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231002" y="3930651"/>
            <a:ext cx="33541" cy="1878272"/>
          </a:xfrm>
          <a:custGeom>
            <a:avLst/>
            <a:gdLst/>
            <a:ahLst/>
            <a:cxnLst/>
            <a:rect l="l" t="t" r="r" b="b"/>
            <a:pathLst>
              <a:path w="33541" h="1878272">
                <a:moveTo>
                  <a:pt x="0" y="0"/>
                </a:moveTo>
                <a:lnTo>
                  <a:pt x="33541" y="0"/>
                </a:lnTo>
                <a:lnTo>
                  <a:pt x="33541" y="1878272"/>
                </a:lnTo>
                <a:lnTo>
                  <a:pt x="0" y="1878272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23860" y="4098354"/>
            <a:ext cx="125777" cy="167703"/>
          </a:xfrm>
          <a:custGeom>
            <a:avLst/>
            <a:gdLst/>
            <a:ahLst/>
            <a:cxnLst/>
            <a:rect l="l" t="t" r="r" b="b"/>
            <a:pathLst>
              <a:path w="125777" h="167703">
                <a:moveTo>
                  <a:pt x="95938" y="125777"/>
                </a:moveTo>
                <a:cubicBezTo>
                  <a:pt x="98329" y="118473"/>
                  <a:pt x="103111" y="111857"/>
                  <a:pt x="108516" y="106157"/>
                </a:cubicBezTo>
                <a:cubicBezTo>
                  <a:pt x="119226" y="94890"/>
                  <a:pt x="125777" y="79659"/>
                  <a:pt x="125777" y="62889"/>
                </a:cubicBezTo>
                <a:cubicBezTo>
                  <a:pt x="125777" y="28169"/>
                  <a:pt x="97608" y="0"/>
                  <a:pt x="62889" y="0"/>
                </a:cubicBezTo>
                <a:cubicBezTo>
                  <a:pt x="28169" y="0"/>
                  <a:pt x="0" y="28169"/>
                  <a:pt x="0" y="62889"/>
                </a:cubicBezTo>
                <a:cubicBezTo>
                  <a:pt x="0" y="79659"/>
                  <a:pt x="6551" y="94890"/>
                  <a:pt x="17262" y="106157"/>
                </a:cubicBezTo>
                <a:cubicBezTo>
                  <a:pt x="22666" y="111857"/>
                  <a:pt x="27481" y="118473"/>
                  <a:pt x="29839" y="125777"/>
                </a:cubicBezTo>
                <a:lnTo>
                  <a:pt x="95905" y="125777"/>
                </a:lnTo>
                <a:close/>
                <a:moveTo>
                  <a:pt x="94333" y="141499"/>
                </a:moveTo>
                <a:lnTo>
                  <a:pt x="31444" y="141499"/>
                </a:lnTo>
                <a:lnTo>
                  <a:pt x="31444" y="146740"/>
                </a:lnTo>
                <a:cubicBezTo>
                  <a:pt x="31444" y="161218"/>
                  <a:pt x="43170" y="172944"/>
                  <a:pt x="57648" y="172944"/>
                </a:cubicBezTo>
                <a:lnTo>
                  <a:pt x="68129" y="172944"/>
                </a:lnTo>
                <a:cubicBezTo>
                  <a:pt x="82607" y="172944"/>
                  <a:pt x="94333" y="161218"/>
                  <a:pt x="94333" y="146740"/>
                </a:cubicBezTo>
                <a:lnTo>
                  <a:pt x="94333" y="141499"/>
                </a:lnTo>
                <a:close/>
                <a:moveTo>
                  <a:pt x="60268" y="36685"/>
                </a:moveTo>
                <a:cubicBezTo>
                  <a:pt x="47232" y="36685"/>
                  <a:pt x="36685" y="47232"/>
                  <a:pt x="36685" y="60268"/>
                </a:cubicBezTo>
                <a:cubicBezTo>
                  <a:pt x="36685" y="64625"/>
                  <a:pt x="33180" y="68129"/>
                  <a:pt x="28824" y="68129"/>
                </a:cubicBezTo>
                <a:cubicBezTo>
                  <a:pt x="24468" y="68129"/>
                  <a:pt x="20963" y="64625"/>
                  <a:pt x="20963" y="60268"/>
                </a:cubicBezTo>
                <a:cubicBezTo>
                  <a:pt x="20963" y="38552"/>
                  <a:pt x="38552" y="20963"/>
                  <a:pt x="60268" y="20963"/>
                </a:cubicBezTo>
                <a:cubicBezTo>
                  <a:pt x="64625" y="20963"/>
                  <a:pt x="68129" y="24468"/>
                  <a:pt x="68129" y="28824"/>
                </a:cubicBezTo>
                <a:cubicBezTo>
                  <a:pt x="68129" y="33180"/>
                  <a:pt x="64625" y="36685"/>
                  <a:pt x="60268" y="3668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91563" y="4064814"/>
            <a:ext cx="5249100" cy="234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7090" y="4433760"/>
            <a:ext cx="117392" cy="134162"/>
          </a:xfrm>
          <a:custGeom>
            <a:avLst/>
            <a:gdLst/>
            <a:ahLst/>
            <a:cxnLst/>
            <a:rect l="l" t="t" r="r" b="b"/>
            <a:pathLst>
              <a:path w="117392" h="134162">
                <a:moveTo>
                  <a:pt x="113933" y="18369"/>
                </a:moveTo>
                <a:cubicBezTo>
                  <a:pt x="117680" y="21094"/>
                  <a:pt x="118519" y="26335"/>
                  <a:pt x="115794" y="30082"/>
                </a:cubicBezTo>
                <a:lnTo>
                  <a:pt x="48712" y="122318"/>
                </a:lnTo>
                <a:cubicBezTo>
                  <a:pt x="47271" y="124310"/>
                  <a:pt x="45044" y="125541"/>
                  <a:pt x="42581" y="125751"/>
                </a:cubicBezTo>
                <a:cubicBezTo>
                  <a:pt x="40118" y="125961"/>
                  <a:pt x="37733" y="125043"/>
                  <a:pt x="36004" y="123314"/>
                </a:cubicBezTo>
                <a:lnTo>
                  <a:pt x="2463" y="89773"/>
                </a:lnTo>
                <a:cubicBezTo>
                  <a:pt x="-812" y="86498"/>
                  <a:pt x="-812" y="81179"/>
                  <a:pt x="2463" y="77903"/>
                </a:cubicBezTo>
                <a:cubicBezTo>
                  <a:pt x="5739" y="74628"/>
                  <a:pt x="11058" y="74628"/>
                  <a:pt x="14333" y="77903"/>
                </a:cubicBezTo>
                <a:lnTo>
                  <a:pt x="40930" y="104500"/>
                </a:lnTo>
                <a:lnTo>
                  <a:pt x="102246" y="20203"/>
                </a:lnTo>
                <a:cubicBezTo>
                  <a:pt x="104972" y="16456"/>
                  <a:pt x="110212" y="15617"/>
                  <a:pt x="113959" y="1834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616718" y="4400219"/>
            <a:ext cx="4494437" cy="201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Always include User-Agent headers</a:t>
            </a:r>
            <a:r>
              <a:rPr lang="en-US" sz="105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when calling external APIs behind CDNs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07090" y="4702085"/>
            <a:ext cx="117392" cy="134162"/>
          </a:xfrm>
          <a:custGeom>
            <a:avLst/>
            <a:gdLst/>
            <a:ahLst/>
            <a:cxnLst/>
            <a:rect l="l" t="t" r="r" b="b"/>
            <a:pathLst>
              <a:path w="117392" h="134162">
                <a:moveTo>
                  <a:pt x="113933" y="18369"/>
                </a:moveTo>
                <a:cubicBezTo>
                  <a:pt x="117680" y="21094"/>
                  <a:pt x="118519" y="26335"/>
                  <a:pt x="115794" y="30082"/>
                </a:cubicBezTo>
                <a:lnTo>
                  <a:pt x="48712" y="122318"/>
                </a:lnTo>
                <a:cubicBezTo>
                  <a:pt x="47271" y="124310"/>
                  <a:pt x="45044" y="125541"/>
                  <a:pt x="42581" y="125751"/>
                </a:cubicBezTo>
                <a:cubicBezTo>
                  <a:pt x="40118" y="125961"/>
                  <a:pt x="37733" y="125043"/>
                  <a:pt x="36004" y="123314"/>
                </a:cubicBezTo>
                <a:lnTo>
                  <a:pt x="2463" y="89773"/>
                </a:lnTo>
                <a:cubicBezTo>
                  <a:pt x="-812" y="86498"/>
                  <a:pt x="-812" y="81179"/>
                  <a:pt x="2463" y="77903"/>
                </a:cubicBezTo>
                <a:cubicBezTo>
                  <a:pt x="5739" y="74628"/>
                  <a:pt x="11058" y="74628"/>
                  <a:pt x="14333" y="77903"/>
                </a:cubicBezTo>
                <a:lnTo>
                  <a:pt x="40930" y="104500"/>
                </a:lnTo>
                <a:lnTo>
                  <a:pt x="102246" y="20203"/>
                </a:lnTo>
                <a:cubicBezTo>
                  <a:pt x="104972" y="16456"/>
                  <a:pt x="110212" y="15617"/>
                  <a:pt x="113959" y="1834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616718" y="4668544"/>
            <a:ext cx="4226113" cy="201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 IAM policies early</a:t>
            </a:r>
            <a:r>
              <a:rPr lang="en-US" sz="105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minimal permissions and expand as needed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7090" y="4970409"/>
            <a:ext cx="117392" cy="134162"/>
          </a:xfrm>
          <a:custGeom>
            <a:avLst/>
            <a:gdLst/>
            <a:ahLst/>
            <a:cxnLst/>
            <a:rect l="l" t="t" r="r" b="b"/>
            <a:pathLst>
              <a:path w="117392" h="134162">
                <a:moveTo>
                  <a:pt x="113933" y="18369"/>
                </a:moveTo>
                <a:cubicBezTo>
                  <a:pt x="117680" y="21094"/>
                  <a:pt x="118519" y="26335"/>
                  <a:pt x="115794" y="30082"/>
                </a:cubicBezTo>
                <a:lnTo>
                  <a:pt x="48712" y="122318"/>
                </a:lnTo>
                <a:cubicBezTo>
                  <a:pt x="47271" y="124310"/>
                  <a:pt x="45044" y="125541"/>
                  <a:pt x="42581" y="125751"/>
                </a:cubicBezTo>
                <a:cubicBezTo>
                  <a:pt x="40118" y="125961"/>
                  <a:pt x="37733" y="125043"/>
                  <a:pt x="36004" y="123314"/>
                </a:cubicBezTo>
                <a:lnTo>
                  <a:pt x="2463" y="89773"/>
                </a:lnTo>
                <a:cubicBezTo>
                  <a:pt x="-812" y="86498"/>
                  <a:pt x="-812" y="81179"/>
                  <a:pt x="2463" y="77903"/>
                </a:cubicBezTo>
                <a:cubicBezTo>
                  <a:pt x="5739" y="74628"/>
                  <a:pt x="11058" y="74628"/>
                  <a:pt x="14333" y="77903"/>
                </a:cubicBezTo>
                <a:lnTo>
                  <a:pt x="40930" y="104500"/>
                </a:lnTo>
                <a:lnTo>
                  <a:pt x="102246" y="20203"/>
                </a:lnTo>
                <a:cubicBezTo>
                  <a:pt x="104972" y="16456"/>
                  <a:pt x="110212" y="15617"/>
                  <a:pt x="113959" y="1834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616718" y="4936869"/>
            <a:ext cx="4477667" cy="201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Verify webhook configuration</a:t>
            </a:r>
            <a:r>
              <a:rPr lang="en-US" sz="105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after each deployment using getWebhookInfo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07090" y="5238734"/>
            <a:ext cx="117392" cy="134162"/>
          </a:xfrm>
          <a:custGeom>
            <a:avLst/>
            <a:gdLst/>
            <a:ahLst/>
            <a:cxnLst/>
            <a:rect l="l" t="t" r="r" b="b"/>
            <a:pathLst>
              <a:path w="117392" h="134162">
                <a:moveTo>
                  <a:pt x="113933" y="18369"/>
                </a:moveTo>
                <a:cubicBezTo>
                  <a:pt x="117680" y="21094"/>
                  <a:pt x="118519" y="26335"/>
                  <a:pt x="115794" y="30082"/>
                </a:cubicBezTo>
                <a:lnTo>
                  <a:pt x="48712" y="122318"/>
                </a:lnTo>
                <a:cubicBezTo>
                  <a:pt x="47271" y="124310"/>
                  <a:pt x="45044" y="125541"/>
                  <a:pt x="42581" y="125751"/>
                </a:cubicBezTo>
                <a:cubicBezTo>
                  <a:pt x="40118" y="125961"/>
                  <a:pt x="37733" y="125043"/>
                  <a:pt x="36004" y="123314"/>
                </a:cubicBezTo>
                <a:lnTo>
                  <a:pt x="2463" y="89773"/>
                </a:lnTo>
                <a:cubicBezTo>
                  <a:pt x="-812" y="86498"/>
                  <a:pt x="-812" y="81179"/>
                  <a:pt x="2463" y="77903"/>
                </a:cubicBezTo>
                <a:cubicBezTo>
                  <a:pt x="5739" y="74628"/>
                  <a:pt x="11058" y="74628"/>
                  <a:pt x="14333" y="77903"/>
                </a:cubicBezTo>
                <a:lnTo>
                  <a:pt x="40930" y="104500"/>
                </a:lnTo>
                <a:lnTo>
                  <a:pt x="102246" y="20203"/>
                </a:lnTo>
                <a:cubicBezTo>
                  <a:pt x="104972" y="16456"/>
                  <a:pt x="110212" y="15617"/>
                  <a:pt x="113959" y="1834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616718" y="5205193"/>
            <a:ext cx="3790085" cy="201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structured logging</a:t>
            </a:r>
            <a:r>
              <a:rPr lang="en-US" sz="105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from day one for easier debugging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07090" y="5507059"/>
            <a:ext cx="117392" cy="134162"/>
          </a:xfrm>
          <a:custGeom>
            <a:avLst/>
            <a:gdLst/>
            <a:ahLst/>
            <a:cxnLst/>
            <a:rect l="l" t="t" r="r" b="b"/>
            <a:pathLst>
              <a:path w="117392" h="134162">
                <a:moveTo>
                  <a:pt x="113933" y="18369"/>
                </a:moveTo>
                <a:cubicBezTo>
                  <a:pt x="117680" y="21094"/>
                  <a:pt x="118519" y="26335"/>
                  <a:pt x="115794" y="30082"/>
                </a:cubicBezTo>
                <a:lnTo>
                  <a:pt x="48712" y="122318"/>
                </a:lnTo>
                <a:cubicBezTo>
                  <a:pt x="47271" y="124310"/>
                  <a:pt x="45044" y="125541"/>
                  <a:pt x="42581" y="125751"/>
                </a:cubicBezTo>
                <a:cubicBezTo>
                  <a:pt x="40118" y="125961"/>
                  <a:pt x="37733" y="125043"/>
                  <a:pt x="36004" y="123314"/>
                </a:cubicBezTo>
                <a:lnTo>
                  <a:pt x="2463" y="89773"/>
                </a:lnTo>
                <a:cubicBezTo>
                  <a:pt x="-812" y="86498"/>
                  <a:pt x="-812" y="81179"/>
                  <a:pt x="2463" y="77903"/>
                </a:cubicBezTo>
                <a:cubicBezTo>
                  <a:pt x="5739" y="74628"/>
                  <a:pt x="11058" y="74628"/>
                  <a:pt x="14333" y="77903"/>
                </a:cubicBezTo>
                <a:lnTo>
                  <a:pt x="40930" y="104500"/>
                </a:lnTo>
                <a:lnTo>
                  <a:pt x="102246" y="20203"/>
                </a:lnTo>
                <a:cubicBezTo>
                  <a:pt x="104972" y="16456"/>
                  <a:pt x="110212" y="15617"/>
                  <a:pt x="113959" y="1834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616718" y="5473518"/>
            <a:ext cx="3463065" cy="201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 Terraform outputs</a:t>
            </a:r>
            <a:r>
              <a:rPr lang="en-US" sz="105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to automate webhook URL retrieval</a:t>
            </a:r>
            <a:endParaRPr lang="en-US" sz="1600" dirty="0"/>
          </a:p>
        </p:txBody>
      </p:sp>
      <p:sp>
        <p:nvSpPr>
          <p:cNvPr id="59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15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4">
            <a:extLst>
              <a:ext uri="{FF2B5EF4-FFF2-40B4-BE49-F238E27FC236}">
                <a16:creationId xmlns:a16="http://schemas.microsoft.com/office/drawing/2014/main" id="{DC2112B1-7F0B-81BD-D266-5442E624BE10}"/>
              </a:ext>
            </a:extLst>
          </p:cNvPr>
          <p:cNvSpPr/>
          <p:nvPr/>
        </p:nvSpPr>
        <p:spPr>
          <a:xfrm>
            <a:off x="421197" y="4462814"/>
            <a:ext cx="5586832" cy="1548524"/>
          </a:xfrm>
          <a:custGeom>
            <a:avLst/>
            <a:gdLst/>
            <a:ahLst/>
            <a:cxnLst/>
            <a:rect l="l" t="t" r="r" b="b"/>
            <a:pathLst>
              <a:path w="5586832" h="2709333">
                <a:moveTo>
                  <a:pt x="0" y="0"/>
                </a:moveTo>
                <a:lnTo>
                  <a:pt x="5586832" y="0"/>
                </a:lnTo>
                <a:lnTo>
                  <a:pt x="5586832" y="2709333"/>
                </a:lnTo>
                <a:lnTo>
                  <a:pt x="0" y="270933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32" name="Shape 4"/>
          <p:cNvSpPr/>
          <p:nvPr/>
        </p:nvSpPr>
        <p:spPr>
          <a:xfrm>
            <a:off x="6212784" y="1501815"/>
            <a:ext cx="5586832" cy="3620429"/>
          </a:xfrm>
          <a:custGeom>
            <a:avLst/>
            <a:gdLst/>
            <a:ahLst/>
            <a:cxnLst/>
            <a:rect l="l" t="t" r="r" b="b"/>
            <a:pathLst>
              <a:path w="5586832" h="2709333">
                <a:moveTo>
                  <a:pt x="0" y="0"/>
                </a:moveTo>
                <a:lnTo>
                  <a:pt x="5586832" y="0"/>
                </a:lnTo>
                <a:lnTo>
                  <a:pt x="5586832" y="2709333"/>
                </a:lnTo>
                <a:lnTo>
                  <a:pt x="0" y="270933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73701" y="373701"/>
            <a:ext cx="11519338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kern="0" spc="59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3701" y="672662"/>
            <a:ext cx="11668818" cy="4484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Conclusion &amp; Future Enhancements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73701" y="1233214"/>
            <a:ext cx="896883" cy="37370"/>
          </a:xfrm>
          <a:custGeom>
            <a:avLst/>
            <a:gdLst/>
            <a:ahLst/>
            <a:cxnLst/>
            <a:rect l="l" t="t" r="r" b="b"/>
            <a:pathLst>
              <a:path w="896883" h="37370">
                <a:moveTo>
                  <a:pt x="0" y="0"/>
                </a:moveTo>
                <a:lnTo>
                  <a:pt x="896883" y="0"/>
                </a:lnTo>
                <a:lnTo>
                  <a:pt x="896883" y="37370"/>
                </a:lnTo>
                <a:lnTo>
                  <a:pt x="0" y="3737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92386" y="1494805"/>
            <a:ext cx="5586832" cy="2709333"/>
          </a:xfrm>
          <a:custGeom>
            <a:avLst/>
            <a:gdLst/>
            <a:ahLst/>
            <a:cxnLst/>
            <a:rect l="l" t="t" r="r" b="b"/>
            <a:pathLst>
              <a:path w="5586832" h="2709333">
                <a:moveTo>
                  <a:pt x="0" y="0"/>
                </a:moveTo>
                <a:lnTo>
                  <a:pt x="5586832" y="0"/>
                </a:lnTo>
                <a:lnTo>
                  <a:pt x="5586832" y="2709333"/>
                </a:lnTo>
                <a:lnTo>
                  <a:pt x="0" y="270933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92386" y="1494805"/>
            <a:ext cx="37370" cy="2709333"/>
          </a:xfrm>
          <a:custGeom>
            <a:avLst/>
            <a:gdLst/>
            <a:ahLst/>
            <a:cxnLst/>
            <a:rect l="l" t="t" r="r" b="b"/>
            <a:pathLst>
              <a:path w="37370" h="2709333">
                <a:moveTo>
                  <a:pt x="0" y="0"/>
                </a:moveTo>
                <a:lnTo>
                  <a:pt x="37370" y="0"/>
                </a:lnTo>
                <a:lnTo>
                  <a:pt x="37370" y="2709333"/>
                </a:lnTo>
                <a:lnTo>
                  <a:pt x="0" y="2709333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21278" y="1719025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93425" y="186851"/>
                </a:moveTo>
                <a:cubicBezTo>
                  <a:pt x="144988" y="186851"/>
                  <a:pt x="186851" y="144988"/>
                  <a:pt x="186851" y="93425"/>
                </a:cubicBezTo>
                <a:cubicBezTo>
                  <a:pt x="186851" y="41862"/>
                  <a:pt x="144988" y="0"/>
                  <a:pt x="93425" y="0"/>
                </a:cubicBezTo>
                <a:cubicBezTo>
                  <a:pt x="41862" y="0"/>
                  <a:pt x="0" y="41862"/>
                  <a:pt x="0" y="93425"/>
                </a:cubicBezTo>
                <a:cubicBezTo>
                  <a:pt x="0" y="144988"/>
                  <a:pt x="41862" y="186851"/>
                  <a:pt x="93425" y="186851"/>
                </a:cubicBezTo>
                <a:close/>
                <a:moveTo>
                  <a:pt x="124226" y="77623"/>
                </a:moveTo>
                <a:lnTo>
                  <a:pt x="95031" y="124336"/>
                </a:lnTo>
                <a:cubicBezTo>
                  <a:pt x="93498" y="126781"/>
                  <a:pt x="90871" y="128314"/>
                  <a:pt x="87988" y="128460"/>
                </a:cubicBezTo>
                <a:cubicBezTo>
                  <a:pt x="85105" y="128606"/>
                  <a:pt x="82331" y="127292"/>
                  <a:pt x="80616" y="124956"/>
                </a:cubicBezTo>
                <a:lnTo>
                  <a:pt x="63099" y="101600"/>
                </a:lnTo>
                <a:cubicBezTo>
                  <a:pt x="60179" y="97732"/>
                  <a:pt x="60982" y="92257"/>
                  <a:pt x="64850" y="89338"/>
                </a:cubicBezTo>
                <a:cubicBezTo>
                  <a:pt x="68719" y="86418"/>
                  <a:pt x="74193" y="87221"/>
                  <a:pt x="77112" y="91090"/>
                </a:cubicBezTo>
                <a:lnTo>
                  <a:pt x="86966" y="104228"/>
                </a:lnTo>
                <a:lnTo>
                  <a:pt x="109373" y="68354"/>
                </a:lnTo>
                <a:cubicBezTo>
                  <a:pt x="111928" y="64266"/>
                  <a:pt x="117329" y="62989"/>
                  <a:pt x="121453" y="65580"/>
                </a:cubicBezTo>
                <a:cubicBezTo>
                  <a:pt x="125577" y="68171"/>
                  <a:pt x="126818" y="73536"/>
                  <a:pt x="124226" y="77660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31485" y="1681655"/>
            <a:ext cx="5054308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E0E2E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7922" y="2055356"/>
            <a:ext cx="5269186" cy="7287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Successfully developed a </a:t>
            </a:r>
            <a:r>
              <a:rPr lang="en-US" sz="1175" b="1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production-ready serverless Telegram bot</a:t>
            </a: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demonstrating cloud-native architecture, Infrastructure as Code principles, and cutting-edge AI integration.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7264" y="2933554"/>
            <a:ext cx="168166" cy="149480"/>
          </a:xfrm>
          <a:custGeom>
            <a:avLst/>
            <a:gdLst/>
            <a:ahLst/>
            <a:cxnLst/>
            <a:rect l="l" t="t" r="r" b="b"/>
            <a:pathLst>
              <a:path w="168166" h="149480">
                <a:moveTo>
                  <a:pt x="90360" y="-5518"/>
                </a:moveTo>
                <a:cubicBezTo>
                  <a:pt x="89163" y="-7854"/>
                  <a:pt x="86740" y="-9343"/>
                  <a:pt x="84112" y="-9343"/>
                </a:cubicBezTo>
                <a:cubicBezTo>
                  <a:pt x="81484" y="-9343"/>
                  <a:pt x="79061" y="-7854"/>
                  <a:pt x="77864" y="-5518"/>
                </a:cubicBezTo>
                <a:lnTo>
                  <a:pt x="56376" y="36582"/>
                </a:lnTo>
                <a:lnTo>
                  <a:pt x="9693" y="43997"/>
                </a:lnTo>
                <a:cubicBezTo>
                  <a:pt x="7094" y="44406"/>
                  <a:pt x="4934" y="46246"/>
                  <a:pt x="4117" y="48756"/>
                </a:cubicBezTo>
                <a:cubicBezTo>
                  <a:pt x="3299" y="51267"/>
                  <a:pt x="3971" y="54011"/>
                  <a:pt x="5810" y="55880"/>
                </a:cubicBezTo>
                <a:lnTo>
                  <a:pt x="39209" y="89309"/>
                </a:lnTo>
                <a:lnTo>
                  <a:pt x="31852" y="135992"/>
                </a:lnTo>
                <a:cubicBezTo>
                  <a:pt x="31443" y="138591"/>
                  <a:pt x="32524" y="141218"/>
                  <a:pt x="34655" y="142766"/>
                </a:cubicBezTo>
                <a:cubicBezTo>
                  <a:pt x="36786" y="144313"/>
                  <a:pt x="39589" y="144546"/>
                  <a:pt x="41954" y="143349"/>
                </a:cubicBezTo>
                <a:lnTo>
                  <a:pt x="84112" y="121920"/>
                </a:lnTo>
                <a:lnTo>
                  <a:pt x="126241" y="143349"/>
                </a:lnTo>
                <a:cubicBezTo>
                  <a:pt x="128577" y="144546"/>
                  <a:pt x="131409" y="144313"/>
                  <a:pt x="133540" y="142766"/>
                </a:cubicBezTo>
                <a:cubicBezTo>
                  <a:pt x="135671" y="141218"/>
                  <a:pt x="136751" y="138620"/>
                  <a:pt x="136343" y="135992"/>
                </a:cubicBezTo>
                <a:lnTo>
                  <a:pt x="128956" y="89309"/>
                </a:lnTo>
                <a:lnTo>
                  <a:pt x="162356" y="55880"/>
                </a:lnTo>
                <a:cubicBezTo>
                  <a:pt x="164224" y="54011"/>
                  <a:pt x="164866" y="51267"/>
                  <a:pt x="164049" y="48756"/>
                </a:cubicBezTo>
                <a:cubicBezTo>
                  <a:pt x="163231" y="46246"/>
                  <a:pt x="161100" y="44406"/>
                  <a:pt x="158473" y="43997"/>
                </a:cubicBezTo>
                <a:lnTo>
                  <a:pt x="111818" y="36582"/>
                </a:lnTo>
                <a:lnTo>
                  <a:pt x="90360" y="-551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59513" y="2896184"/>
            <a:ext cx="3223172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 implementation of 20+ bot commands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7264" y="3232515"/>
            <a:ext cx="168166" cy="149480"/>
          </a:xfrm>
          <a:custGeom>
            <a:avLst/>
            <a:gdLst/>
            <a:ahLst/>
            <a:cxnLst/>
            <a:rect l="l" t="t" r="r" b="b"/>
            <a:pathLst>
              <a:path w="168166" h="149480">
                <a:moveTo>
                  <a:pt x="90360" y="-5518"/>
                </a:moveTo>
                <a:cubicBezTo>
                  <a:pt x="89163" y="-7854"/>
                  <a:pt x="86740" y="-9343"/>
                  <a:pt x="84112" y="-9343"/>
                </a:cubicBezTo>
                <a:cubicBezTo>
                  <a:pt x="81484" y="-9343"/>
                  <a:pt x="79061" y="-7854"/>
                  <a:pt x="77864" y="-5518"/>
                </a:cubicBezTo>
                <a:lnTo>
                  <a:pt x="56376" y="36582"/>
                </a:lnTo>
                <a:lnTo>
                  <a:pt x="9693" y="43997"/>
                </a:lnTo>
                <a:cubicBezTo>
                  <a:pt x="7094" y="44406"/>
                  <a:pt x="4934" y="46246"/>
                  <a:pt x="4117" y="48756"/>
                </a:cubicBezTo>
                <a:cubicBezTo>
                  <a:pt x="3299" y="51267"/>
                  <a:pt x="3971" y="54011"/>
                  <a:pt x="5810" y="55880"/>
                </a:cubicBezTo>
                <a:lnTo>
                  <a:pt x="39209" y="89309"/>
                </a:lnTo>
                <a:lnTo>
                  <a:pt x="31852" y="135992"/>
                </a:lnTo>
                <a:cubicBezTo>
                  <a:pt x="31443" y="138591"/>
                  <a:pt x="32524" y="141218"/>
                  <a:pt x="34655" y="142766"/>
                </a:cubicBezTo>
                <a:cubicBezTo>
                  <a:pt x="36786" y="144313"/>
                  <a:pt x="39589" y="144546"/>
                  <a:pt x="41954" y="143349"/>
                </a:cubicBezTo>
                <a:lnTo>
                  <a:pt x="84112" y="121920"/>
                </a:lnTo>
                <a:lnTo>
                  <a:pt x="126241" y="143349"/>
                </a:lnTo>
                <a:cubicBezTo>
                  <a:pt x="128577" y="144546"/>
                  <a:pt x="131409" y="144313"/>
                  <a:pt x="133540" y="142766"/>
                </a:cubicBezTo>
                <a:cubicBezTo>
                  <a:pt x="135671" y="141218"/>
                  <a:pt x="136751" y="138620"/>
                  <a:pt x="136343" y="135992"/>
                </a:cubicBezTo>
                <a:lnTo>
                  <a:pt x="128956" y="89309"/>
                </a:lnTo>
                <a:lnTo>
                  <a:pt x="162356" y="55880"/>
                </a:lnTo>
                <a:cubicBezTo>
                  <a:pt x="164224" y="54011"/>
                  <a:pt x="164866" y="51267"/>
                  <a:pt x="164049" y="48756"/>
                </a:cubicBezTo>
                <a:cubicBezTo>
                  <a:pt x="163231" y="46246"/>
                  <a:pt x="161100" y="44406"/>
                  <a:pt x="158473" y="43997"/>
                </a:cubicBezTo>
                <a:lnTo>
                  <a:pt x="111818" y="36582"/>
                </a:lnTo>
                <a:lnTo>
                  <a:pt x="90360" y="-551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59513" y="3195145"/>
            <a:ext cx="3185802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Robust serverless architecture with auto-scaling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7264" y="3531476"/>
            <a:ext cx="168166" cy="149480"/>
          </a:xfrm>
          <a:custGeom>
            <a:avLst/>
            <a:gdLst/>
            <a:ahLst/>
            <a:cxnLst/>
            <a:rect l="l" t="t" r="r" b="b"/>
            <a:pathLst>
              <a:path w="168166" h="149480">
                <a:moveTo>
                  <a:pt x="90360" y="-5518"/>
                </a:moveTo>
                <a:cubicBezTo>
                  <a:pt x="89163" y="-7854"/>
                  <a:pt x="86740" y="-9343"/>
                  <a:pt x="84112" y="-9343"/>
                </a:cubicBezTo>
                <a:cubicBezTo>
                  <a:pt x="81484" y="-9343"/>
                  <a:pt x="79061" y="-7854"/>
                  <a:pt x="77864" y="-5518"/>
                </a:cubicBezTo>
                <a:lnTo>
                  <a:pt x="56376" y="36582"/>
                </a:lnTo>
                <a:lnTo>
                  <a:pt x="9693" y="43997"/>
                </a:lnTo>
                <a:cubicBezTo>
                  <a:pt x="7094" y="44406"/>
                  <a:pt x="4934" y="46246"/>
                  <a:pt x="4117" y="48756"/>
                </a:cubicBezTo>
                <a:cubicBezTo>
                  <a:pt x="3299" y="51267"/>
                  <a:pt x="3971" y="54011"/>
                  <a:pt x="5810" y="55880"/>
                </a:cubicBezTo>
                <a:lnTo>
                  <a:pt x="39209" y="89309"/>
                </a:lnTo>
                <a:lnTo>
                  <a:pt x="31852" y="135992"/>
                </a:lnTo>
                <a:cubicBezTo>
                  <a:pt x="31443" y="138591"/>
                  <a:pt x="32524" y="141218"/>
                  <a:pt x="34655" y="142766"/>
                </a:cubicBezTo>
                <a:cubicBezTo>
                  <a:pt x="36786" y="144313"/>
                  <a:pt x="39589" y="144546"/>
                  <a:pt x="41954" y="143349"/>
                </a:cubicBezTo>
                <a:lnTo>
                  <a:pt x="84112" y="121920"/>
                </a:lnTo>
                <a:lnTo>
                  <a:pt x="126241" y="143349"/>
                </a:lnTo>
                <a:cubicBezTo>
                  <a:pt x="128577" y="144546"/>
                  <a:pt x="131409" y="144313"/>
                  <a:pt x="133540" y="142766"/>
                </a:cubicBezTo>
                <a:cubicBezTo>
                  <a:pt x="135671" y="141218"/>
                  <a:pt x="136751" y="138620"/>
                  <a:pt x="136343" y="135992"/>
                </a:cubicBezTo>
                <a:lnTo>
                  <a:pt x="128956" y="89309"/>
                </a:lnTo>
                <a:lnTo>
                  <a:pt x="162356" y="55880"/>
                </a:lnTo>
                <a:cubicBezTo>
                  <a:pt x="164224" y="54011"/>
                  <a:pt x="164866" y="51267"/>
                  <a:pt x="164049" y="48756"/>
                </a:cubicBezTo>
                <a:cubicBezTo>
                  <a:pt x="163231" y="46246"/>
                  <a:pt x="161100" y="44406"/>
                  <a:pt x="158473" y="43997"/>
                </a:cubicBezTo>
                <a:lnTo>
                  <a:pt x="111818" y="36582"/>
                </a:lnTo>
                <a:lnTo>
                  <a:pt x="90360" y="-551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59513" y="3481578"/>
            <a:ext cx="2662621" cy="2242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0E2E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Comprehensive security and monitoring</a:t>
            </a:r>
            <a:endParaRPr lang="en-US" sz="1600" dirty="0"/>
          </a:p>
        </p:txBody>
      </p:sp>
      <p:sp>
        <p:nvSpPr>
          <p:cNvPr id="56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16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6304420" y="1607419"/>
            <a:ext cx="185571" cy="185571"/>
          </a:xfrm>
          <a:custGeom>
            <a:avLst/>
            <a:gdLst/>
            <a:ahLst/>
            <a:cxnLst/>
            <a:rect l="l" t="t" r="r" b="b"/>
            <a:pathLst>
              <a:path w="185571" h="185571">
                <a:moveTo>
                  <a:pt x="81151" y="11598"/>
                </a:moveTo>
                <a:lnTo>
                  <a:pt x="53533" y="11598"/>
                </a:lnTo>
                <a:cubicBezTo>
                  <a:pt x="42877" y="11598"/>
                  <a:pt x="33562" y="18883"/>
                  <a:pt x="31025" y="29213"/>
                </a:cubicBezTo>
                <a:lnTo>
                  <a:pt x="507" y="152407"/>
                </a:lnTo>
                <a:cubicBezTo>
                  <a:pt x="-2211" y="163353"/>
                  <a:pt x="6089" y="173973"/>
                  <a:pt x="17397" y="173973"/>
                </a:cubicBezTo>
                <a:lnTo>
                  <a:pt x="81151" y="173973"/>
                </a:lnTo>
                <a:lnTo>
                  <a:pt x="81151" y="150776"/>
                </a:lnTo>
                <a:cubicBezTo>
                  <a:pt x="81151" y="144361"/>
                  <a:pt x="86334" y="139178"/>
                  <a:pt x="92749" y="139178"/>
                </a:cubicBezTo>
                <a:cubicBezTo>
                  <a:pt x="99164" y="139178"/>
                  <a:pt x="104347" y="144361"/>
                  <a:pt x="104347" y="150776"/>
                </a:cubicBezTo>
                <a:lnTo>
                  <a:pt x="104347" y="173973"/>
                </a:lnTo>
                <a:lnTo>
                  <a:pt x="168174" y="173973"/>
                </a:lnTo>
                <a:cubicBezTo>
                  <a:pt x="179482" y="173973"/>
                  <a:pt x="187782" y="163353"/>
                  <a:pt x="185063" y="152407"/>
                </a:cubicBezTo>
                <a:lnTo>
                  <a:pt x="154582" y="29213"/>
                </a:lnTo>
                <a:cubicBezTo>
                  <a:pt x="152009" y="18883"/>
                  <a:pt x="142730" y="11598"/>
                  <a:pt x="132038" y="11598"/>
                </a:cubicBezTo>
                <a:lnTo>
                  <a:pt x="104347" y="11598"/>
                </a:lnTo>
                <a:lnTo>
                  <a:pt x="104347" y="34795"/>
                </a:lnTo>
                <a:cubicBezTo>
                  <a:pt x="104347" y="41210"/>
                  <a:pt x="99164" y="46393"/>
                  <a:pt x="92749" y="46393"/>
                </a:cubicBezTo>
                <a:cubicBezTo>
                  <a:pt x="86334" y="46393"/>
                  <a:pt x="81151" y="41210"/>
                  <a:pt x="81151" y="34795"/>
                </a:cubicBezTo>
                <a:lnTo>
                  <a:pt x="81151" y="11598"/>
                </a:lnTo>
                <a:close/>
                <a:moveTo>
                  <a:pt x="104347" y="81187"/>
                </a:moveTo>
                <a:lnTo>
                  <a:pt x="104347" y="104384"/>
                </a:lnTo>
                <a:cubicBezTo>
                  <a:pt x="104347" y="110799"/>
                  <a:pt x="99164" y="115982"/>
                  <a:pt x="92749" y="115982"/>
                </a:cubicBezTo>
                <a:cubicBezTo>
                  <a:pt x="86334" y="115982"/>
                  <a:pt x="81151" y="110799"/>
                  <a:pt x="81151" y="104384"/>
                </a:cubicBezTo>
                <a:lnTo>
                  <a:pt x="81151" y="81187"/>
                </a:lnTo>
                <a:cubicBezTo>
                  <a:pt x="81151" y="74772"/>
                  <a:pt x="86334" y="69589"/>
                  <a:pt x="92749" y="69589"/>
                </a:cubicBezTo>
                <a:cubicBezTo>
                  <a:pt x="99164" y="69589"/>
                  <a:pt x="104347" y="74772"/>
                  <a:pt x="104347" y="8118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88" name="Text 32"/>
          <p:cNvSpPr/>
          <p:nvPr/>
        </p:nvSpPr>
        <p:spPr>
          <a:xfrm>
            <a:off x="6513187" y="1570304"/>
            <a:ext cx="5195982" cy="2597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Future Roadmap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89" name="Shape 33"/>
          <p:cNvSpPr/>
          <p:nvPr/>
        </p:nvSpPr>
        <p:spPr>
          <a:xfrm>
            <a:off x="6281224" y="1941446"/>
            <a:ext cx="5335160" cy="1187653"/>
          </a:xfrm>
          <a:custGeom>
            <a:avLst/>
            <a:gdLst/>
            <a:ahLst/>
            <a:cxnLst/>
            <a:rect l="l" t="t" r="r" b="b"/>
            <a:pathLst>
              <a:path w="5335160" h="1187653">
                <a:moveTo>
                  <a:pt x="74228" y="0"/>
                </a:moveTo>
                <a:lnTo>
                  <a:pt x="5260932" y="0"/>
                </a:lnTo>
                <a:cubicBezTo>
                  <a:pt x="5301927" y="0"/>
                  <a:pt x="5335160" y="33233"/>
                  <a:pt x="5335160" y="74228"/>
                </a:cubicBezTo>
                <a:lnTo>
                  <a:pt x="5335160" y="1113425"/>
                </a:lnTo>
                <a:cubicBezTo>
                  <a:pt x="5335160" y="1154420"/>
                  <a:pt x="5301927" y="1187653"/>
                  <a:pt x="5260932" y="1187653"/>
                </a:cubicBezTo>
                <a:lnTo>
                  <a:pt x="74228" y="1187653"/>
                </a:lnTo>
                <a:cubicBezTo>
                  <a:pt x="33261" y="1187653"/>
                  <a:pt x="0" y="1154392"/>
                  <a:pt x="0" y="1113425"/>
                </a:cubicBezTo>
                <a:lnTo>
                  <a:pt x="0" y="74228"/>
                </a:lnTo>
                <a:cubicBezTo>
                  <a:pt x="0" y="33261"/>
                  <a:pt x="33261" y="0"/>
                  <a:pt x="7422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0" name="Shape 34"/>
          <p:cNvSpPr/>
          <p:nvPr/>
        </p:nvSpPr>
        <p:spPr>
          <a:xfrm>
            <a:off x="6420402" y="2089903"/>
            <a:ext cx="129900" cy="148457"/>
          </a:xfrm>
          <a:custGeom>
            <a:avLst/>
            <a:gdLst/>
            <a:ahLst/>
            <a:cxnLst/>
            <a:rect l="l" t="t" r="r" b="b"/>
            <a:pathLst>
              <a:path w="129900" h="148457">
                <a:moveTo>
                  <a:pt x="98237" y="-2871"/>
                </a:moveTo>
                <a:cubicBezTo>
                  <a:pt x="101687" y="-377"/>
                  <a:pt x="102963" y="4146"/>
                  <a:pt x="101397" y="8090"/>
                </a:cubicBezTo>
                <a:lnTo>
                  <a:pt x="78665" y="64950"/>
                </a:lnTo>
                <a:lnTo>
                  <a:pt x="120621" y="64950"/>
                </a:lnTo>
                <a:cubicBezTo>
                  <a:pt x="124535" y="64950"/>
                  <a:pt x="128015" y="67385"/>
                  <a:pt x="129349" y="71068"/>
                </a:cubicBezTo>
                <a:cubicBezTo>
                  <a:pt x="130682" y="74750"/>
                  <a:pt x="129552" y="78868"/>
                  <a:pt x="126565" y="81361"/>
                </a:cubicBezTo>
                <a:lnTo>
                  <a:pt x="43058" y="150950"/>
                </a:lnTo>
                <a:cubicBezTo>
                  <a:pt x="39782" y="153676"/>
                  <a:pt x="35113" y="153821"/>
                  <a:pt x="31663" y="151327"/>
                </a:cubicBezTo>
                <a:cubicBezTo>
                  <a:pt x="28213" y="148834"/>
                  <a:pt x="26937" y="144310"/>
                  <a:pt x="28503" y="140367"/>
                </a:cubicBezTo>
                <a:lnTo>
                  <a:pt x="51235" y="83507"/>
                </a:lnTo>
                <a:lnTo>
                  <a:pt x="9279" y="83507"/>
                </a:lnTo>
                <a:cubicBezTo>
                  <a:pt x="5364" y="83507"/>
                  <a:pt x="1885" y="81071"/>
                  <a:pt x="551" y="77389"/>
                </a:cubicBezTo>
                <a:cubicBezTo>
                  <a:pt x="-783" y="73706"/>
                  <a:pt x="348" y="69589"/>
                  <a:pt x="3334" y="67095"/>
                </a:cubicBezTo>
                <a:lnTo>
                  <a:pt x="86841" y="-2494"/>
                </a:lnTo>
                <a:cubicBezTo>
                  <a:pt x="90118" y="-5219"/>
                  <a:pt x="94786" y="-5364"/>
                  <a:pt x="98237" y="-2871"/>
                </a:cubicBezTo>
                <a:close/>
              </a:path>
            </a:pathLst>
          </a:custGeom>
          <a:solidFill>
            <a:srgbClr val="FFD54F"/>
          </a:solidFill>
        </p:spPr>
        <p:txBody>
          <a:bodyPr/>
          <a:lstStyle/>
          <a:p>
            <a:endParaRPr lang="en-IN"/>
          </a:p>
        </p:txBody>
      </p:sp>
      <p:sp>
        <p:nvSpPr>
          <p:cNvPr id="91" name="Text 35"/>
          <p:cNvSpPr/>
          <p:nvPr/>
        </p:nvSpPr>
        <p:spPr>
          <a:xfrm>
            <a:off x="6652365" y="2052788"/>
            <a:ext cx="1837151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Short-Term Enhancements</a:t>
            </a:r>
            <a:endParaRPr lang="en-US" sz="1600" dirty="0"/>
          </a:p>
        </p:txBody>
      </p:sp>
      <p:sp>
        <p:nvSpPr>
          <p:cNvPr id="92" name="Shape 36"/>
          <p:cNvSpPr/>
          <p:nvPr/>
        </p:nvSpPr>
        <p:spPr>
          <a:xfrm>
            <a:off x="6392566" y="2349702"/>
            <a:ext cx="1382502" cy="296913"/>
          </a:xfrm>
          <a:custGeom>
            <a:avLst/>
            <a:gdLst/>
            <a:ahLst/>
            <a:cxnLst/>
            <a:rect l="l" t="t" r="r" b="b"/>
            <a:pathLst>
              <a:path w="1382502" h="296913">
                <a:moveTo>
                  <a:pt x="37114" y="0"/>
                </a:moveTo>
                <a:lnTo>
                  <a:pt x="1345388" y="0"/>
                </a:lnTo>
                <a:cubicBezTo>
                  <a:pt x="1365886" y="0"/>
                  <a:pt x="1382502" y="16617"/>
                  <a:pt x="1382502" y="37114"/>
                </a:cubicBezTo>
                <a:lnTo>
                  <a:pt x="1382502" y="259799"/>
                </a:lnTo>
                <a:cubicBezTo>
                  <a:pt x="1382502" y="280297"/>
                  <a:pt x="1365886" y="296913"/>
                  <a:pt x="1345388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3" name="Text 37"/>
          <p:cNvSpPr/>
          <p:nvPr/>
        </p:nvSpPr>
        <p:spPr>
          <a:xfrm>
            <a:off x="6392566" y="2349702"/>
            <a:ext cx="1456731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4DB6AC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Voice transcription</a:t>
            </a:r>
            <a:endParaRPr lang="en-US" sz="1600" dirty="0"/>
          </a:p>
        </p:txBody>
      </p:sp>
      <p:sp>
        <p:nvSpPr>
          <p:cNvPr id="94" name="Shape 38"/>
          <p:cNvSpPr/>
          <p:nvPr/>
        </p:nvSpPr>
        <p:spPr>
          <a:xfrm>
            <a:off x="7851849" y="2349702"/>
            <a:ext cx="1215489" cy="296913"/>
          </a:xfrm>
          <a:custGeom>
            <a:avLst/>
            <a:gdLst/>
            <a:ahLst/>
            <a:cxnLst/>
            <a:rect l="l" t="t" r="r" b="b"/>
            <a:pathLst>
              <a:path w="1215489" h="296913">
                <a:moveTo>
                  <a:pt x="37114" y="0"/>
                </a:moveTo>
                <a:lnTo>
                  <a:pt x="1178374" y="0"/>
                </a:lnTo>
                <a:cubicBezTo>
                  <a:pt x="1198872" y="0"/>
                  <a:pt x="1215489" y="16617"/>
                  <a:pt x="1215489" y="37114"/>
                </a:cubicBezTo>
                <a:lnTo>
                  <a:pt x="1215489" y="259799"/>
                </a:lnTo>
                <a:cubicBezTo>
                  <a:pt x="1215489" y="280297"/>
                  <a:pt x="1198872" y="296913"/>
                  <a:pt x="1178374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5" name="Text 39"/>
          <p:cNvSpPr/>
          <p:nvPr/>
        </p:nvSpPr>
        <p:spPr>
          <a:xfrm>
            <a:off x="7851849" y="2349702"/>
            <a:ext cx="1289717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FFD54F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Inline keyboards</a:t>
            </a:r>
            <a:endParaRPr lang="en-US" sz="1600" dirty="0"/>
          </a:p>
        </p:txBody>
      </p:sp>
      <p:sp>
        <p:nvSpPr>
          <p:cNvPr id="96" name="Shape 40"/>
          <p:cNvSpPr/>
          <p:nvPr/>
        </p:nvSpPr>
        <p:spPr>
          <a:xfrm>
            <a:off x="9139942" y="2349702"/>
            <a:ext cx="1326831" cy="296913"/>
          </a:xfrm>
          <a:custGeom>
            <a:avLst/>
            <a:gdLst/>
            <a:ahLst/>
            <a:cxnLst/>
            <a:rect l="l" t="t" r="r" b="b"/>
            <a:pathLst>
              <a:path w="1326831" h="296913">
                <a:moveTo>
                  <a:pt x="37114" y="0"/>
                </a:moveTo>
                <a:lnTo>
                  <a:pt x="1289717" y="0"/>
                </a:lnTo>
                <a:cubicBezTo>
                  <a:pt x="1310214" y="0"/>
                  <a:pt x="1326831" y="16617"/>
                  <a:pt x="1326831" y="37114"/>
                </a:cubicBezTo>
                <a:lnTo>
                  <a:pt x="1326831" y="259799"/>
                </a:lnTo>
                <a:cubicBezTo>
                  <a:pt x="1326831" y="280297"/>
                  <a:pt x="1310214" y="296913"/>
                  <a:pt x="1289717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7" name="Text 41"/>
          <p:cNvSpPr/>
          <p:nvPr/>
        </p:nvSpPr>
        <p:spPr>
          <a:xfrm>
            <a:off x="9139942" y="2349702"/>
            <a:ext cx="1401059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4DB6AC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Image recognition</a:t>
            </a:r>
            <a:endParaRPr lang="en-US" sz="1600" dirty="0"/>
          </a:p>
        </p:txBody>
      </p:sp>
      <p:sp>
        <p:nvSpPr>
          <p:cNvPr id="98" name="Shape 42"/>
          <p:cNvSpPr/>
          <p:nvPr/>
        </p:nvSpPr>
        <p:spPr>
          <a:xfrm>
            <a:off x="6392566" y="2720843"/>
            <a:ext cx="1141260" cy="296913"/>
          </a:xfrm>
          <a:custGeom>
            <a:avLst/>
            <a:gdLst/>
            <a:ahLst/>
            <a:cxnLst/>
            <a:rect l="l" t="t" r="r" b="b"/>
            <a:pathLst>
              <a:path w="1141260" h="296913">
                <a:moveTo>
                  <a:pt x="37114" y="0"/>
                </a:moveTo>
                <a:lnTo>
                  <a:pt x="1104146" y="0"/>
                </a:lnTo>
                <a:cubicBezTo>
                  <a:pt x="1124644" y="0"/>
                  <a:pt x="1141260" y="16617"/>
                  <a:pt x="1141260" y="37114"/>
                </a:cubicBezTo>
                <a:lnTo>
                  <a:pt x="1141260" y="259799"/>
                </a:lnTo>
                <a:cubicBezTo>
                  <a:pt x="1141260" y="280297"/>
                  <a:pt x="1124644" y="296913"/>
                  <a:pt x="1104146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9" name="Text 43"/>
          <p:cNvSpPr/>
          <p:nvPr/>
        </p:nvSpPr>
        <p:spPr>
          <a:xfrm>
            <a:off x="6392566" y="2720843"/>
            <a:ext cx="1215489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FFD54F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Multi-language</a:t>
            </a:r>
            <a:endParaRPr lang="en-US" sz="1600" dirty="0"/>
          </a:p>
        </p:txBody>
      </p:sp>
      <p:sp>
        <p:nvSpPr>
          <p:cNvPr id="100" name="Shape 44"/>
          <p:cNvSpPr/>
          <p:nvPr/>
        </p:nvSpPr>
        <p:spPr>
          <a:xfrm>
            <a:off x="6281224" y="3203327"/>
            <a:ext cx="5335160" cy="816511"/>
          </a:xfrm>
          <a:custGeom>
            <a:avLst/>
            <a:gdLst/>
            <a:ahLst/>
            <a:cxnLst/>
            <a:rect l="l" t="t" r="r" b="b"/>
            <a:pathLst>
              <a:path w="5335160" h="816511">
                <a:moveTo>
                  <a:pt x="74229" y="0"/>
                </a:moveTo>
                <a:lnTo>
                  <a:pt x="5260931" y="0"/>
                </a:lnTo>
                <a:cubicBezTo>
                  <a:pt x="5301926" y="0"/>
                  <a:pt x="5335160" y="33233"/>
                  <a:pt x="5335160" y="74229"/>
                </a:cubicBezTo>
                <a:lnTo>
                  <a:pt x="5335160" y="742282"/>
                </a:lnTo>
                <a:cubicBezTo>
                  <a:pt x="5335160" y="783278"/>
                  <a:pt x="5301926" y="816511"/>
                  <a:pt x="5260931" y="816511"/>
                </a:cubicBezTo>
                <a:lnTo>
                  <a:pt x="74229" y="816511"/>
                </a:lnTo>
                <a:cubicBezTo>
                  <a:pt x="33261" y="816511"/>
                  <a:pt x="0" y="783250"/>
                  <a:pt x="0" y="742282"/>
                </a:cubicBezTo>
                <a:lnTo>
                  <a:pt x="0" y="74229"/>
                </a:lnTo>
                <a:cubicBezTo>
                  <a:pt x="0" y="33261"/>
                  <a:pt x="33261" y="0"/>
                  <a:pt x="742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1" name="Shape 45"/>
          <p:cNvSpPr/>
          <p:nvPr/>
        </p:nvSpPr>
        <p:spPr>
          <a:xfrm>
            <a:off x="6420402" y="3351784"/>
            <a:ext cx="129900" cy="148457"/>
          </a:xfrm>
          <a:custGeom>
            <a:avLst/>
            <a:gdLst/>
            <a:ahLst/>
            <a:cxnLst/>
            <a:rect l="l" t="t" r="r" b="b"/>
            <a:pathLst>
              <a:path w="129900" h="148457">
                <a:moveTo>
                  <a:pt x="37114" y="0"/>
                </a:moveTo>
                <a:cubicBezTo>
                  <a:pt x="42246" y="0"/>
                  <a:pt x="46393" y="4146"/>
                  <a:pt x="46393" y="9279"/>
                </a:cubicBezTo>
                <a:lnTo>
                  <a:pt x="46393" y="18557"/>
                </a:lnTo>
                <a:lnTo>
                  <a:pt x="83507" y="18557"/>
                </a:lnTo>
                <a:lnTo>
                  <a:pt x="83507" y="9279"/>
                </a:lnTo>
                <a:cubicBezTo>
                  <a:pt x="83507" y="4146"/>
                  <a:pt x="87653" y="0"/>
                  <a:pt x="92785" y="0"/>
                </a:cubicBezTo>
                <a:cubicBezTo>
                  <a:pt x="97918" y="0"/>
                  <a:pt x="102064" y="4146"/>
                  <a:pt x="102064" y="9279"/>
                </a:cubicBezTo>
                <a:lnTo>
                  <a:pt x="102064" y="18557"/>
                </a:lnTo>
                <a:lnTo>
                  <a:pt x="111342" y="18557"/>
                </a:lnTo>
                <a:cubicBezTo>
                  <a:pt x="121578" y="18557"/>
                  <a:pt x="129900" y="26879"/>
                  <a:pt x="129900" y="37114"/>
                </a:cubicBezTo>
                <a:lnTo>
                  <a:pt x="129900" y="120621"/>
                </a:lnTo>
                <a:cubicBezTo>
                  <a:pt x="129900" y="130856"/>
                  <a:pt x="121578" y="139178"/>
                  <a:pt x="111342" y="139178"/>
                </a:cubicBezTo>
                <a:lnTo>
                  <a:pt x="18557" y="139178"/>
                </a:lnTo>
                <a:cubicBezTo>
                  <a:pt x="8322" y="139178"/>
                  <a:pt x="0" y="130856"/>
                  <a:pt x="0" y="120621"/>
                </a:cubicBezTo>
                <a:lnTo>
                  <a:pt x="0" y="37114"/>
                </a:lnTo>
                <a:cubicBezTo>
                  <a:pt x="0" y="26879"/>
                  <a:pt x="8322" y="18557"/>
                  <a:pt x="18557" y="18557"/>
                </a:cubicBezTo>
                <a:lnTo>
                  <a:pt x="27836" y="18557"/>
                </a:lnTo>
                <a:lnTo>
                  <a:pt x="27836" y="9279"/>
                </a:lnTo>
                <a:cubicBezTo>
                  <a:pt x="27836" y="4146"/>
                  <a:pt x="31982" y="0"/>
                  <a:pt x="37114" y="0"/>
                </a:cubicBezTo>
                <a:close/>
                <a:moveTo>
                  <a:pt x="18557" y="69589"/>
                </a:moveTo>
                <a:lnTo>
                  <a:pt x="18557" y="78868"/>
                </a:lnTo>
                <a:cubicBezTo>
                  <a:pt x="18557" y="81419"/>
                  <a:pt x="20645" y="83507"/>
                  <a:pt x="23196" y="83507"/>
                </a:cubicBezTo>
                <a:lnTo>
                  <a:pt x="32475" y="83507"/>
                </a:lnTo>
                <a:cubicBezTo>
                  <a:pt x="35026" y="83507"/>
                  <a:pt x="37114" y="81419"/>
                  <a:pt x="37114" y="78868"/>
                </a:cubicBezTo>
                <a:lnTo>
                  <a:pt x="37114" y="69589"/>
                </a:lnTo>
                <a:cubicBezTo>
                  <a:pt x="37114" y="67037"/>
                  <a:pt x="35026" y="64950"/>
                  <a:pt x="32475" y="64950"/>
                </a:cubicBezTo>
                <a:lnTo>
                  <a:pt x="23196" y="64950"/>
                </a:lnTo>
                <a:cubicBezTo>
                  <a:pt x="20645" y="64950"/>
                  <a:pt x="18557" y="67037"/>
                  <a:pt x="18557" y="69589"/>
                </a:cubicBezTo>
                <a:close/>
                <a:moveTo>
                  <a:pt x="55671" y="69589"/>
                </a:moveTo>
                <a:lnTo>
                  <a:pt x="55671" y="78868"/>
                </a:lnTo>
                <a:cubicBezTo>
                  <a:pt x="55671" y="81419"/>
                  <a:pt x="57759" y="83507"/>
                  <a:pt x="60311" y="83507"/>
                </a:cubicBezTo>
                <a:lnTo>
                  <a:pt x="69589" y="83507"/>
                </a:lnTo>
                <a:cubicBezTo>
                  <a:pt x="72141" y="83507"/>
                  <a:pt x="74228" y="81419"/>
                  <a:pt x="74228" y="78868"/>
                </a:cubicBezTo>
                <a:lnTo>
                  <a:pt x="74228" y="69589"/>
                </a:lnTo>
                <a:cubicBezTo>
                  <a:pt x="74228" y="67037"/>
                  <a:pt x="72141" y="64950"/>
                  <a:pt x="69589" y="64950"/>
                </a:cubicBezTo>
                <a:lnTo>
                  <a:pt x="60311" y="64950"/>
                </a:lnTo>
                <a:cubicBezTo>
                  <a:pt x="57759" y="64950"/>
                  <a:pt x="55671" y="67037"/>
                  <a:pt x="55671" y="69589"/>
                </a:cubicBezTo>
                <a:close/>
                <a:moveTo>
                  <a:pt x="97425" y="64950"/>
                </a:moveTo>
                <a:cubicBezTo>
                  <a:pt x="94873" y="64950"/>
                  <a:pt x="92785" y="67037"/>
                  <a:pt x="92785" y="69589"/>
                </a:cubicBezTo>
                <a:lnTo>
                  <a:pt x="92785" y="78868"/>
                </a:lnTo>
                <a:cubicBezTo>
                  <a:pt x="92785" y="81419"/>
                  <a:pt x="94873" y="83507"/>
                  <a:pt x="97425" y="83507"/>
                </a:cubicBezTo>
                <a:lnTo>
                  <a:pt x="106703" y="83507"/>
                </a:lnTo>
                <a:cubicBezTo>
                  <a:pt x="109255" y="83507"/>
                  <a:pt x="111342" y="81419"/>
                  <a:pt x="111342" y="78868"/>
                </a:cubicBezTo>
                <a:lnTo>
                  <a:pt x="111342" y="69589"/>
                </a:lnTo>
                <a:cubicBezTo>
                  <a:pt x="111342" y="67037"/>
                  <a:pt x="109255" y="64950"/>
                  <a:pt x="106703" y="64950"/>
                </a:cubicBezTo>
                <a:lnTo>
                  <a:pt x="97425" y="64950"/>
                </a:lnTo>
                <a:close/>
                <a:moveTo>
                  <a:pt x="18557" y="106703"/>
                </a:moveTo>
                <a:lnTo>
                  <a:pt x="18557" y="115982"/>
                </a:lnTo>
                <a:cubicBezTo>
                  <a:pt x="18557" y="118533"/>
                  <a:pt x="20645" y="120621"/>
                  <a:pt x="23196" y="120621"/>
                </a:cubicBezTo>
                <a:lnTo>
                  <a:pt x="32475" y="120621"/>
                </a:lnTo>
                <a:cubicBezTo>
                  <a:pt x="35026" y="120621"/>
                  <a:pt x="37114" y="118533"/>
                  <a:pt x="37114" y="115982"/>
                </a:cubicBezTo>
                <a:lnTo>
                  <a:pt x="37114" y="106703"/>
                </a:lnTo>
                <a:cubicBezTo>
                  <a:pt x="37114" y="104152"/>
                  <a:pt x="35026" y="102064"/>
                  <a:pt x="32475" y="102064"/>
                </a:cubicBezTo>
                <a:lnTo>
                  <a:pt x="23196" y="102064"/>
                </a:lnTo>
                <a:cubicBezTo>
                  <a:pt x="20645" y="102064"/>
                  <a:pt x="18557" y="104152"/>
                  <a:pt x="18557" y="106703"/>
                </a:cubicBezTo>
                <a:close/>
                <a:moveTo>
                  <a:pt x="60311" y="102064"/>
                </a:moveTo>
                <a:cubicBezTo>
                  <a:pt x="57759" y="102064"/>
                  <a:pt x="55671" y="104152"/>
                  <a:pt x="55671" y="106703"/>
                </a:cubicBezTo>
                <a:lnTo>
                  <a:pt x="55671" y="115982"/>
                </a:lnTo>
                <a:cubicBezTo>
                  <a:pt x="55671" y="118533"/>
                  <a:pt x="57759" y="120621"/>
                  <a:pt x="60311" y="120621"/>
                </a:cubicBezTo>
                <a:lnTo>
                  <a:pt x="69589" y="120621"/>
                </a:lnTo>
                <a:cubicBezTo>
                  <a:pt x="72141" y="120621"/>
                  <a:pt x="74228" y="118533"/>
                  <a:pt x="74228" y="115982"/>
                </a:cubicBezTo>
                <a:lnTo>
                  <a:pt x="74228" y="106703"/>
                </a:lnTo>
                <a:cubicBezTo>
                  <a:pt x="74228" y="104152"/>
                  <a:pt x="72141" y="102064"/>
                  <a:pt x="69589" y="102064"/>
                </a:cubicBezTo>
                <a:lnTo>
                  <a:pt x="60311" y="102064"/>
                </a:lnTo>
                <a:close/>
                <a:moveTo>
                  <a:pt x="92785" y="106703"/>
                </a:moveTo>
                <a:lnTo>
                  <a:pt x="92785" y="115982"/>
                </a:lnTo>
                <a:cubicBezTo>
                  <a:pt x="92785" y="118533"/>
                  <a:pt x="94873" y="120621"/>
                  <a:pt x="97425" y="120621"/>
                </a:cubicBezTo>
                <a:lnTo>
                  <a:pt x="106703" y="120621"/>
                </a:lnTo>
                <a:cubicBezTo>
                  <a:pt x="109255" y="120621"/>
                  <a:pt x="111342" y="118533"/>
                  <a:pt x="111342" y="115982"/>
                </a:cubicBezTo>
                <a:lnTo>
                  <a:pt x="111342" y="106703"/>
                </a:lnTo>
                <a:cubicBezTo>
                  <a:pt x="111342" y="104152"/>
                  <a:pt x="109255" y="102064"/>
                  <a:pt x="106703" y="102064"/>
                </a:cubicBezTo>
                <a:lnTo>
                  <a:pt x="97425" y="102064"/>
                </a:lnTo>
                <a:cubicBezTo>
                  <a:pt x="94873" y="102064"/>
                  <a:pt x="92785" y="104152"/>
                  <a:pt x="92785" y="10670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02" name="Text 46"/>
          <p:cNvSpPr/>
          <p:nvPr/>
        </p:nvSpPr>
        <p:spPr>
          <a:xfrm>
            <a:off x="6652365" y="3314670"/>
            <a:ext cx="1670137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Medium-Term Roadmap</a:t>
            </a:r>
            <a:endParaRPr lang="en-US" sz="1600" dirty="0"/>
          </a:p>
        </p:txBody>
      </p:sp>
      <p:sp>
        <p:nvSpPr>
          <p:cNvPr id="103" name="Shape 47"/>
          <p:cNvSpPr/>
          <p:nvPr/>
        </p:nvSpPr>
        <p:spPr>
          <a:xfrm>
            <a:off x="6392566" y="3611583"/>
            <a:ext cx="1298995" cy="296913"/>
          </a:xfrm>
          <a:custGeom>
            <a:avLst/>
            <a:gdLst/>
            <a:ahLst/>
            <a:cxnLst/>
            <a:rect l="l" t="t" r="r" b="b"/>
            <a:pathLst>
              <a:path w="1298995" h="296913">
                <a:moveTo>
                  <a:pt x="37114" y="0"/>
                </a:moveTo>
                <a:lnTo>
                  <a:pt x="1261881" y="0"/>
                </a:lnTo>
                <a:cubicBezTo>
                  <a:pt x="1282379" y="0"/>
                  <a:pt x="1298995" y="16617"/>
                  <a:pt x="1298995" y="37114"/>
                </a:cubicBezTo>
                <a:lnTo>
                  <a:pt x="1298995" y="259799"/>
                </a:lnTo>
                <a:cubicBezTo>
                  <a:pt x="1298995" y="280297"/>
                  <a:pt x="1282379" y="296913"/>
                  <a:pt x="1261881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4" name="Text 48"/>
          <p:cNvSpPr/>
          <p:nvPr/>
        </p:nvSpPr>
        <p:spPr>
          <a:xfrm>
            <a:off x="6392566" y="3611583"/>
            <a:ext cx="1373224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FFD54F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105" name="Shape 49"/>
          <p:cNvSpPr/>
          <p:nvPr/>
        </p:nvSpPr>
        <p:spPr>
          <a:xfrm>
            <a:off x="7768690" y="3611583"/>
            <a:ext cx="1540237" cy="296913"/>
          </a:xfrm>
          <a:custGeom>
            <a:avLst/>
            <a:gdLst/>
            <a:ahLst/>
            <a:cxnLst/>
            <a:rect l="l" t="t" r="r" b="b"/>
            <a:pathLst>
              <a:path w="1540237" h="296913">
                <a:moveTo>
                  <a:pt x="37114" y="0"/>
                </a:moveTo>
                <a:lnTo>
                  <a:pt x="1503123" y="0"/>
                </a:lnTo>
                <a:cubicBezTo>
                  <a:pt x="1523621" y="0"/>
                  <a:pt x="1540237" y="16617"/>
                  <a:pt x="1540237" y="37114"/>
                </a:cubicBezTo>
                <a:lnTo>
                  <a:pt x="1540237" y="259799"/>
                </a:lnTo>
                <a:cubicBezTo>
                  <a:pt x="1540237" y="280297"/>
                  <a:pt x="1523621" y="296913"/>
                  <a:pt x="1503123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6" name="Text 50"/>
          <p:cNvSpPr/>
          <p:nvPr/>
        </p:nvSpPr>
        <p:spPr>
          <a:xfrm>
            <a:off x="7768690" y="3611583"/>
            <a:ext cx="1614466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4DB6AC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Scheduled messages</a:t>
            </a:r>
            <a:endParaRPr lang="en-US" sz="1600" dirty="0"/>
          </a:p>
        </p:txBody>
      </p:sp>
      <p:sp>
        <p:nvSpPr>
          <p:cNvPr id="107" name="Shape 51"/>
          <p:cNvSpPr/>
          <p:nvPr/>
        </p:nvSpPr>
        <p:spPr>
          <a:xfrm>
            <a:off x="9383039" y="3611583"/>
            <a:ext cx="1614466" cy="296913"/>
          </a:xfrm>
          <a:custGeom>
            <a:avLst/>
            <a:gdLst/>
            <a:ahLst/>
            <a:cxnLst/>
            <a:rect l="l" t="t" r="r" b="b"/>
            <a:pathLst>
              <a:path w="1614466" h="296913">
                <a:moveTo>
                  <a:pt x="37114" y="0"/>
                </a:moveTo>
                <a:lnTo>
                  <a:pt x="1577352" y="0"/>
                </a:lnTo>
                <a:cubicBezTo>
                  <a:pt x="1597849" y="0"/>
                  <a:pt x="1614466" y="16617"/>
                  <a:pt x="1614466" y="37114"/>
                </a:cubicBezTo>
                <a:lnTo>
                  <a:pt x="1614466" y="259799"/>
                </a:lnTo>
                <a:cubicBezTo>
                  <a:pt x="1614466" y="280297"/>
                  <a:pt x="1597849" y="296913"/>
                  <a:pt x="1577352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8" name="Text 52"/>
          <p:cNvSpPr/>
          <p:nvPr/>
        </p:nvSpPr>
        <p:spPr>
          <a:xfrm>
            <a:off x="9383039" y="3611583"/>
            <a:ext cx="1688694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FFD54F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Advanced rate limiting</a:t>
            </a:r>
            <a:endParaRPr lang="en-US" sz="1600" dirty="0"/>
          </a:p>
        </p:txBody>
      </p:sp>
      <p:sp>
        <p:nvSpPr>
          <p:cNvPr id="109" name="Shape 53"/>
          <p:cNvSpPr/>
          <p:nvPr/>
        </p:nvSpPr>
        <p:spPr>
          <a:xfrm>
            <a:off x="6281224" y="4094067"/>
            <a:ext cx="5335160" cy="816511"/>
          </a:xfrm>
          <a:custGeom>
            <a:avLst/>
            <a:gdLst/>
            <a:ahLst/>
            <a:cxnLst/>
            <a:rect l="l" t="t" r="r" b="b"/>
            <a:pathLst>
              <a:path w="5335160" h="816511">
                <a:moveTo>
                  <a:pt x="74229" y="0"/>
                </a:moveTo>
                <a:lnTo>
                  <a:pt x="5260931" y="0"/>
                </a:lnTo>
                <a:cubicBezTo>
                  <a:pt x="5301926" y="0"/>
                  <a:pt x="5335160" y="33233"/>
                  <a:pt x="5335160" y="74229"/>
                </a:cubicBezTo>
                <a:lnTo>
                  <a:pt x="5335160" y="742282"/>
                </a:lnTo>
                <a:cubicBezTo>
                  <a:pt x="5335160" y="783278"/>
                  <a:pt x="5301926" y="816511"/>
                  <a:pt x="5260931" y="816511"/>
                </a:cubicBezTo>
                <a:lnTo>
                  <a:pt x="74229" y="816511"/>
                </a:lnTo>
                <a:cubicBezTo>
                  <a:pt x="33261" y="816511"/>
                  <a:pt x="0" y="783250"/>
                  <a:pt x="0" y="742282"/>
                </a:cubicBezTo>
                <a:lnTo>
                  <a:pt x="0" y="74229"/>
                </a:lnTo>
                <a:cubicBezTo>
                  <a:pt x="0" y="33261"/>
                  <a:pt x="33261" y="0"/>
                  <a:pt x="742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0" name="Shape 54"/>
          <p:cNvSpPr/>
          <p:nvPr/>
        </p:nvSpPr>
        <p:spPr>
          <a:xfrm>
            <a:off x="6411123" y="4242524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37114" y="92785"/>
                </a:moveTo>
                <a:lnTo>
                  <a:pt x="7104" y="92785"/>
                </a:lnTo>
                <a:cubicBezTo>
                  <a:pt x="-116" y="92785"/>
                  <a:pt x="-4552" y="84928"/>
                  <a:pt x="-841" y="78723"/>
                </a:cubicBezTo>
                <a:lnTo>
                  <a:pt x="14498" y="53149"/>
                </a:lnTo>
                <a:cubicBezTo>
                  <a:pt x="17020" y="48944"/>
                  <a:pt x="21544" y="46393"/>
                  <a:pt x="26444" y="46393"/>
                </a:cubicBezTo>
                <a:lnTo>
                  <a:pt x="53989" y="46393"/>
                </a:lnTo>
                <a:cubicBezTo>
                  <a:pt x="76055" y="9018"/>
                  <a:pt x="108965" y="7133"/>
                  <a:pt x="130972" y="10351"/>
                </a:cubicBezTo>
                <a:cubicBezTo>
                  <a:pt x="134684" y="10902"/>
                  <a:pt x="137583" y="13802"/>
                  <a:pt x="138105" y="17484"/>
                </a:cubicBezTo>
                <a:cubicBezTo>
                  <a:pt x="141324" y="39492"/>
                  <a:pt x="139439" y="72402"/>
                  <a:pt x="102064" y="94467"/>
                </a:cubicBezTo>
                <a:lnTo>
                  <a:pt x="102064" y="122013"/>
                </a:lnTo>
                <a:cubicBezTo>
                  <a:pt x="102064" y="126913"/>
                  <a:pt x="99512" y="131436"/>
                  <a:pt x="95308" y="133959"/>
                </a:cubicBezTo>
                <a:lnTo>
                  <a:pt x="69734" y="149297"/>
                </a:lnTo>
                <a:cubicBezTo>
                  <a:pt x="63558" y="153009"/>
                  <a:pt x="55671" y="148544"/>
                  <a:pt x="55671" y="141353"/>
                </a:cubicBezTo>
                <a:lnTo>
                  <a:pt x="55671" y="111342"/>
                </a:lnTo>
                <a:cubicBezTo>
                  <a:pt x="55671" y="101107"/>
                  <a:pt x="47350" y="92785"/>
                  <a:pt x="37114" y="92785"/>
                </a:cubicBezTo>
                <a:lnTo>
                  <a:pt x="37085" y="92785"/>
                </a:lnTo>
                <a:close/>
                <a:moveTo>
                  <a:pt x="115982" y="46393"/>
                </a:moveTo>
                <a:cubicBezTo>
                  <a:pt x="115982" y="38711"/>
                  <a:pt x="109745" y="32475"/>
                  <a:pt x="102064" y="32475"/>
                </a:cubicBezTo>
                <a:cubicBezTo>
                  <a:pt x="94382" y="32475"/>
                  <a:pt x="88146" y="38711"/>
                  <a:pt x="88146" y="46393"/>
                </a:cubicBezTo>
                <a:cubicBezTo>
                  <a:pt x="88146" y="54074"/>
                  <a:pt x="94382" y="60311"/>
                  <a:pt x="102064" y="60311"/>
                </a:cubicBezTo>
                <a:cubicBezTo>
                  <a:pt x="109745" y="60311"/>
                  <a:pt x="115982" y="54074"/>
                  <a:pt x="115982" y="46393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11" name="Text 55"/>
          <p:cNvSpPr/>
          <p:nvPr/>
        </p:nvSpPr>
        <p:spPr>
          <a:xfrm>
            <a:off x="6652365" y="4205409"/>
            <a:ext cx="1243324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112" name="Shape 56"/>
          <p:cNvSpPr/>
          <p:nvPr/>
        </p:nvSpPr>
        <p:spPr>
          <a:xfrm>
            <a:off x="6392566" y="4502323"/>
            <a:ext cx="1772201" cy="296913"/>
          </a:xfrm>
          <a:custGeom>
            <a:avLst/>
            <a:gdLst/>
            <a:ahLst/>
            <a:cxnLst/>
            <a:rect l="l" t="t" r="r" b="b"/>
            <a:pathLst>
              <a:path w="1772201" h="296913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259799"/>
                </a:lnTo>
                <a:cubicBezTo>
                  <a:pt x="1772201" y="280297"/>
                  <a:pt x="1755584" y="296913"/>
                  <a:pt x="1735087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3" name="Text 57"/>
          <p:cNvSpPr/>
          <p:nvPr/>
        </p:nvSpPr>
        <p:spPr>
          <a:xfrm>
            <a:off x="6392566" y="4502323"/>
            <a:ext cx="1846429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4DB6AC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Multi-region deployment</a:t>
            </a:r>
            <a:endParaRPr lang="en-US" sz="1600" dirty="0"/>
          </a:p>
        </p:txBody>
      </p:sp>
      <p:sp>
        <p:nvSpPr>
          <p:cNvPr id="114" name="Shape 58"/>
          <p:cNvSpPr/>
          <p:nvPr/>
        </p:nvSpPr>
        <p:spPr>
          <a:xfrm>
            <a:off x="8236444" y="4502323"/>
            <a:ext cx="1373224" cy="296913"/>
          </a:xfrm>
          <a:custGeom>
            <a:avLst/>
            <a:gdLst/>
            <a:ahLst/>
            <a:cxnLst/>
            <a:rect l="l" t="t" r="r" b="b"/>
            <a:pathLst>
              <a:path w="1373224" h="296913">
                <a:moveTo>
                  <a:pt x="37114" y="0"/>
                </a:moveTo>
                <a:lnTo>
                  <a:pt x="1336110" y="0"/>
                </a:lnTo>
                <a:cubicBezTo>
                  <a:pt x="1356607" y="0"/>
                  <a:pt x="1373224" y="16617"/>
                  <a:pt x="1373224" y="37114"/>
                </a:cubicBezTo>
                <a:lnTo>
                  <a:pt x="1373224" y="259799"/>
                </a:lnTo>
                <a:cubicBezTo>
                  <a:pt x="1373224" y="280297"/>
                  <a:pt x="1356607" y="296913"/>
                  <a:pt x="1336110" y="296913"/>
                </a:cubicBezTo>
                <a:lnTo>
                  <a:pt x="37114" y="296913"/>
                </a:lnTo>
                <a:cubicBezTo>
                  <a:pt x="16630" y="296913"/>
                  <a:pt x="0" y="280283"/>
                  <a:pt x="0" y="25979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5" name="Text 59"/>
          <p:cNvSpPr/>
          <p:nvPr/>
        </p:nvSpPr>
        <p:spPr>
          <a:xfrm>
            <a:off x="8236444" y="4502323"/>
            <a:ext cx="1447452" cy="296913"/>
          </a:xfrm>
          <a:prstGeom prst="rect">
            <a:avLst/>
          </a:prstGeom>
          <a:noFill/>
        </p:spPr>
        <p:txBody>
          <a:bodyPr wrap="square" lIns="74228" tIns="37114" rIns="74228" bIns="37114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FFD54F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ML-based learning</a:t>
            </a:r>
            <a:endParaRPr lang="en-US" sz="1600" dirty="0"/>
          </a:p>
        </p:txBody>
      </p:sp>
      <p:sp>
        <p:nvSpPr>
          <p:cNvPr id="116" name="Shape 16"/>
          <p:cNvSpPr/>
          <p:nvPr/>
        </p:nvSpPr>
        <p:spPr>
          <a:xfrm>
            <a:off x="6432000" y="5324810"/>
            <a:ext cx="208767" cy="185571"/>
          </a:xfrm>
          <a:custGeom>
            <a:avLst/>
            <a:gdLst/>
            <a:ahLst/>
            <a:cxnLst/>
            <a:rect l="l" t="t" r="r" b="b"/>
            <a:pathLst>
              <a:path w="208767" h="185571">
                <a:moveTo>
                  <a:pt x="17397" y="70966"/>
                </a:moveTo>
                <a:lnTo>
                  <a:pt x="93220" y="102173"/>
                </a:lnTo>
                <a:cubicBezTo>
                  <a:pt x="96772" y="103622"/>
                  <a:pt x="100542" y="104384"/>
                  <a:pt x="104384" y="104384"/>
                </a:cubicBezTo>
                <a:cubicBezTo>
                  <a:pt x="108225" y="104384"/>
                  <a:pt x="111995" y="103622"/>
                  <a:pt x="115547" y="102173"/>
                </a:cubicBezTo>
                <a:lnTo>
                  <a:pt x="203403" y="66001"/>
                </a:lnTo>
                <a:cubicBezTo>
                  <a:pt x="206665" y="64660"/>
                  <a:pt x="208767" y="61507"/>
                  <a:pt x="208767" y="57991"/>
                </a:cubicBezTo>
                <a:cubicBezTo>
                  <a:pt x="208767" y="54475"/>
                  <a:pt x="206665" y="51322"/>
                  <a:pt x="203403" y="49981"/>
                </a:cubicBezTo>
                <a:lnTo>
                  <a:pt x="115547" y="13809"/>
                </a:lnTo>
                <a:cubicBezTo>
                  <a:pt x="111995" y="12359"/>
                  <a:pt x="108225" y="11598"/>
                  <a:pt x="104384" y="11598"/>
                </a:cubicBezTo>
                <a:cubicBezTo>
                  <a:pt x="100542" y="11598"/>
                  <a:pt x="96772" y="12359"/>
                  <a:pt x="93220" y="13809"/>
                </a:cubicBezTo>
                <a:lnTo>
                  <a:pt x="5364" y="49981"/>
                </a:lnTo>
                <a:cubicBezTo>
                  <a:pt x="2102" y="51322"/>
                  <a:pt x="0" y="54475"/>
                  <a:pt x="0" y="57991"/>
                </a:cubicBezTo>
                <a:lnTo>
                  <a:pt x="0" y="165274"/>
                </a:lnTo>
                <a:cubicBezTo>
                  <a:pt x="0" y="170094"/>
                  <a:pt x="3878" y="173973"/>
                  <a:pt x="8699" y="173973"/>
                </a:cubicBezTo>
                <a:cubicBezTo>
                  <a:pt x="13519" y="173973"/>
                  <a:pt x="17397" y="170094"/>
                  <a:pt x="17397" y="165274"/>
                </a:cubicBezTo>
                <a:lnTo>
                  <a:pt x="17397" y="70966"/>
                </a:lnTo>
                <a:close/>
                <a:moveTo>
                  <a:pt x="34795" y="96953"/>
                </a:moveTo>
                <a:lnTo>
                  <a:pt x="34795" y="139178"/>
                </a:lnTo>
                <a:cubicBezTo>
                  <a:pt x="34795" y="158388"/>
                  <a:pt x="65965" y="173973"/>
                  <a:pt x="104384" y="173973"/>
                </a:cubicBezTo>
                <a:cubicBezTo>
                  <a:pt x="142803" y="173973"/>
                  <a:pt x="173973" y="158388"/>
                  <a:pt x="173973" y="139178"/>
                </a:cubicBezTo>
                <a:lnTo>
                  <a:pt x="173973" y="96917"/>
                </a:lnTo>
                <a:lnTo>
                  <a:pt x="122180" y="118265"/>
                </a:lnTo>
                <a:cubicBezTo>
                  <a:pt x="116525" y="120585"/>
                  <a:pt x="110509" y="121781"/>
                  <a:pt x="104384" y="121781"/>
                </a:cubicBezTo>
                <a:cubicBezTo>
                  <a:pt x="98258" y="121781"/>
                  <a:pt x="92242" y="120585"/>
                  <a:pt x="86588" y="118265"/>
                </a:cubicBezTo>
                <a:lnTo>
                  <a:pt x="34795" y="96917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17" name="Text 17"/>
          <p:cNvSpPr/>
          <p:nvPr/>
        </p:nvSpPr>
        <p:spPr>
          <a:xfrm>
            <a:off x="6652365" y="5287696"/>
            <a:ext cx="5195982" cy="2597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C8A265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Competencies Gained</a:t>
            </a:r>
            <a:endParaRPr lang="en-US" sz="1600" dirty="0">
              <a:solidFill>
                <a:srgbClr val="C8A265"/>
              </a:solidFill>
            </a:endParaRPr>
          </a:p>
        </p:txBody>
      </p:sp>
      <p:sp>
        <p:nvSpPr>
          <p:cNvPr id="118" name="Shape 18"/>
          <p:cNvSpPr/>
          <p:nvPr/>
        </p:nvSpPr>
        <p:spPr>
          <a:xfrm>
            <a:off x="6429681" y="5695952"/>
            <a:ext cx="167014" cy="148457"/>
          </a:xfrm>
          <a:custGeom>
            <a:avLst/>
            <a:gdLst/>
            <a:ahLst/>
            <a:cxnLst/>
            <a:rect l="l" t="t" r="r" b="b"/>
            <a:pathLst>
              <a:path w="167014" h="148457">
                <a:moveTo>
                  <a:pt x="0" y="97425"/>
                </a:moveTo>
                <a:cubicBezTo>
                  <a:pt x="0" y="120476"/>
                  <a:pt x="18702" y="139178"/>
                  <a:pt x="41753" y="139178"/>
                </a:cubicBezTo>
                <a:lnTo>
                  <a:pt x="129900" y="139178"/>
                </a:lnTo>
                <a:cubicBezTo>
                  <a:pt x="150399" y="139178"/>
                  <a:pt x="167014" y="122564"/>
                  <a:pt x="167014" y="102064"/>
                </a:cubicBezTo>
                <a:cubicBezTo>
                  <a:pt x="167014" y="87102"/>
                  <a:pt x="158170" y="74199"/>
                  <a:pt x="145412" y="68342"/>
                </a:cubicBezTo>
                <a:cubicBezTo>
                  <a:pt x="147355" y="64544"/>
                  <a:pt x="148457" y="60224"/>
                  <a:pt x="148457" y="55671"/>
                </a:cubicBezTo>
                <a:cubicBezTo>
                  <a:pt x="148457" y="40304"/>
                  <a:pt x="135989" y="27836"/>
                  <a:pt x="120621" y="27836"/>
                </a:cubicBezTo>
                <a:cubicBezTo>
                  <a:pt x="115489" y="27836"/>
                  <a:pt x="110705" y="29227"/>
                  <a:pt x="106587" y="31634"/>
                </a:cubicBezTo>
                <a:cubicBezTo>
                  <a:pt x="99599" y="18354"/>
                  <a:pt x="85653" y="9279"/>
                  <a:pt x="69589" y="9279"/>
                </a:cubicBezTo>
                <a:cubicBezTo>
                  <a:pt x="46538" y="9279"/>
                  <a:pt x="27836" y="27981"/>
                  <a:pt x="27836" y="51032"/>
                </a:cubicBezTo>
                <a:cubicBezTo>
                  <a:pt x="27836" y="53352"/>
                  <a:pt x="28039" y="55642"/>
                  <a:pt x="28387" y="57846"/>
                </a:cubicBezTo>
                <a:cubicBezTo>
                  <a:pt x="11888" y="63413"/>
                  <a:pt x="0" y="79042"/>
                  <a:pt x="0" y="9742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19" name="Text 19"/>
          <p:cNvSpPr/>
          <p:nvPr/>
        </p:nvSpPr>
        <p:spPr>
          <a:xfrm>
            <a:off x="6605973" y="5658838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AWS Serverless</a:t>
            </a:r>
            <a:endParaRPr lang="en-US" sz="1600" dirty="0"/>
          </a:p>
        </p:txBody>
      </p:sp>
      <p:sp>
        <p:nvSpPr>
          <p:cNvPr id="120" name="Shape 20"/>
          <p:cNvSpPr/>
          <p:nvPr/>
        </p:nvSpPr>
        <p:spPr>
          <a:xfrm>
            <a:off x="9144929" y="5695952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82347" y="-377"/>
                </a:moveTo>
                <a:cubicBezTo>
                  <a:pt x="77331" y="-3276"/>
                  <a:pt x="71126" y="-3276"/>
                  <a:pt x="66110" y="-377"/>
                </a:cubicBezTo>
                <a:lnTo>
                  <a:pt x="41695" y="13715"/>
                </a:lnTo>
                <a:cubicBezTo>
                  <a:pt x="36679" y="16614"/>
                  <a:pt x="33577" y="21979"/>
                  <a:pt x="33577" y="27778"/>
                </a:cubicBezTo>
                <a:lnTo>
                  <a:pt x="33577" y="57324"/>
                </a:lnTo>
                <a:lnTo>
                  <a:pt x="7974" y="72112"/>
                </a:lnTo>
                <a:cubicBezTo>
                  <a:pt x="2958" y="75011"/>
                  <a:pt x="-145" y="80375"/>
                  <a:pt x="-145" y="86174"/>
                </a:cubicBezTo>
                <a:lnTo>
                  <a:pt x="-145" y="114387"/>
                </a:lnTo>
                <a:cubicBezTo>
                  <a:pt x="-145" y="120186"/>
                  <a:pt x="2958" y="125550"/>
                  <a:pt x="7974" y="128450"/>
                </a:cubicBezTo>
                <a:lnTo>
                  <a:pt x="32417" y="142542"/>
                </a:lnTo>
                <a:cubicBezTo>
                  <a:pt x="37433" y="145441"/>
                  <a:pt x="43638" y="145441"/>
                  <a:pt x="48654" y="142542"/>
                </a:cubicBezTo>
                <a:lnTo>
                  <a:pt x="74257" y="127754"/>
                </a:lnTo>
                <a:lnTo>
                  <a:pt x="99860" y="142542"/>
                </a:lnTo>
                <a:cubicBezTo>
                  <a:pt x="104876" y="145441"/>
                  <a:pt x="111082" y="145441"/>
                  <a:pt x="116098" y="142542"/>
                </a:cubicBezTo>
                <a:lnTo>
                  <a:pt x="140483" y="128450"/>
                </a:lnTo>
                <a:cubicBezTo>
                  <a:pt x="145499" y="125550"/>
                  <a:pt x="148602" y="120186"/>
                  <a:pt x="148602" y="114387"/>
                </a:cubicBezTo>
                <a:lnTo>
                  <a:pt x="148602" y="86174"/>
                </a:lnTo>
                <a:cubicBezTo>
                  <a:pt x="148602" y="80375"/>
                  <a:pt x="145499" y="75011"/>
                  <a:pt x="140483" y="72112"/>
                </a:cubicBezTo>
                <a:lnTo>
                  <a:pt x="114880" y="57324"/>
                </a:lnTo>
                <a:lnTo>
                  <a:pt x="114880" y="27778"/>
                </a:lnTo>
                <a:cubicBezTo>
                  <a:pt x="114880" y="21979"/>
                  <a:pt x="111777" y="16614"/>
                  <a:pt x="106761" y="13715"/>
                </a:cubicBezTo>
                <a:lnTo>
                  <a:pt x="82347" y="-377"/>
                </a:lnTo>
                <a:close/>
                <a:moveTo>
                  <a:pt x="67269" y="84841"/>
                </a:moveTo>
                <a:lnTo>
                  <a:pt x="67269" y="115721"/>
                </a:lnTo>
                <a:lnTo>
                  <a:pt x="41666" y="130508"/>
                </a:lnTo>
                <a:cubicBezTo>
                  <a:pt x="41318" y="130711"/>
                  <a:pt x="40913" y="130827"/>
                  <a:pt x="40507" y="130827"/>
                </a:cubicBezTo>
                <a:lnTo>
                  <a:pt x="40507" y="100295"/>
                </a:lnTo>
                <a:lnTo>
                  <a:pt x="67269" y="84841"/>
                </a:lnTo>
                <a:close/>
                <a:moveTo>
                  <a:pt x="134365" y="85015"/>
                </a:moveTo>
                <a:cubicBezTo>
                  <a:pt x="134568" y="85363"/>
                  <a:pt x="134684" y="85768"/>
                  <a:pt x="134684" y="86174"/>
                </a:cubicBezTo>
                <a:lnTo>
                  <a:pt x="134684" y="114387"/>
                </a:lnTo>
                <a:cubicBezTo>
                  <a:pt x="134684" y="115228"/>
                  <a:pt x="134249" y="115982"/>
                  <a:pt x="133524" y="116388"/>
                </a:cubicBezTo>
                <a:lnTo>
                  <a:pt x="109081" y="130479"/>
                </a:lnTo>
                <a:cubicBezTo>
                  <a:pt x="108733" y="130682"/>
                  <a:pt x="108327" y="130798"/>
                  <a:pt x="107921" y="130798"/>
                </a:cubicBezTo>
                <a:lnTo>
                  <a:pt x="107921" y="100266"/>
                </a:lnTo>
                <a:lnTo>
                  <a:pt x="134365" y="85015"/>
                </a:lnTo>
                <a:close/>
                <a:moveTo>
                  <a:pt x="100991" y="27778"/>
                </a:moveTo>
                <a:lnTo>
                  <a:pt x="100991" y="57324"/>
                </a:lnTo>
                <a:lnTo>
                  <a:pt x="74228" y="72779"/>
                </a:lnTo>
                <a:lnTo>
                  <a:pt x="74228" y="41898"/>
                </a:lnTo>
                <a:lnTo>
                  <a:pt x="100672" y="26647"/>
                </a:lnTo>
                <a:cubicBezTo>
                  <a:pt x="100875" y="26995"/>
                  <a:pt x="100991" y="27401"/>
                  <a:pt x="100991" y="2780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1" name="Text 21"/>
          <p:cNvSpPr/>
          <p:nvPr/>
        </p:nvSpPr>
        <p:spPr>
          <a:xfrm>
            <a:off x="9311943" y="5658838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122" name="Shape 22"/>
          <p:cNvSpPr/>
          <p:nvPr/>
        </p:nvSpPr>
        <p:spPr>
          <a:xfrm>
            <a:off x="6438959" y="5992865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34795" y="16237"/>
                </a:moveTo>
                <a:cubicBezTo>
                  <a:pt x="34795" y="7278"/>
                  <a:pt x="42072" y="0"/>
                  <a:pt x="51032" y="0"/>
                </a:cubicBezTo>
                <a:lnTo>
                  <a:pt x="57991" y="0"/>
                </a:lnTo>
                <a:cubicBezTo>
                  <a:pt x="63123" y="0"/>
                  <a:pt x="67269" y="4146"/>
                  <a:pt x="67269" y="9279"/>
                </a:cubicBezTo>
                <a:lnTo>
                  <a:pt x="67269" y="139178"/>
                </a:lnTo>
                <a:cubicBezTo>
                  <a:pt x="67269" y="144310"/>
                  <a:pt x="63123" y="148457"/>
                  <a:pt x="57991" y="148457"/>
                </a:cubicBezTo>
                <a:lnTo>
                  <a:pt x="48712" y="148457"/>
                </a:lnTo>
                <a:cubicBezTo>
                  <a:pt x="40072" y="148457"/>
                  <a:pt x="32794" y="142542"/>
                  <a:pt x="30735" y="134539"/>
                </a:cubicBezTo>
                <a:cubicBezTo>
                  <a:pt x="30532" y="134539"/>
                  <a:pt x="30358" y="134539"/>
                  <a:pt x="30155" y="134539"/>
                </a:cubicBezTo>
                <a:cubicBezTo>
                  <a:pt x="17339" y="134539"/>
                  <a:pt x="6959" y="124158"/>
                  <a:pt x="6959" y="111342"/>
                </a:cubicBezTo>
                <a:cubicBezTo>
                  <a:pt x="6959" y="106123"/>
                  <a:pt x="8699" y="101310"/>
                  <a:pt x="11598" y="97425"/>
                </a:cubicBezTo>
                <a:cubicBezTo>
                  <a:pt x="5973" y="93191"/>
                  <a:pt x="2320" y="86464"/>
                  <a:pt x="2320" y="78868"/>
                </a:cubicBezTo>
                <a:cubicBezTo>
                  <a:pt x="2320" y="69908"/>
                  <a:pt x="7423" y="62108"/>
                  <a:pt x="14846" y="58252"/>
                </a:cubicBezTo>
                <a:cubicBezTo>
                  <a:pt x="12787" y="54772"/>
                  <a:pt x="11598" y="50713"/>
                  <a:pt x="11598" y="46393"/>
                </a:cubicBezTo>
                <a:cubicBezTo>
                  <a:pt x="11598" y="33577"/>
                  <a:pt x="21979" y="23196"/>
                  <a:pt x="34795" y="23196"/>
                </a:cubicBezTo>
                <a:lnTo>
                  <a:pt x="34795" y="16237"/>
                </a:lnTo>
                <a:close/>
                <a:moveTo>
                  <a:pt x="113662" y="16237"/>
                </a:moveTo>
                <a:lnTo>
                  <a:pt x="113662" y="23196"/>
                </a:lnTo>
                <a:cubicBezTo>
                  <a:pt x="126478" y="23196"/>
                  <a:pt x="136858" y="33577"/>
                  <a:pt x="136858" y="46393"/>
                </a:cubicBezTo>
                <a:cubicBezTo>
                  <a:pt x="136858" y="50742"/>
                  <a:pt x="135670" y="54801"/>
                  <a:pt x="133611" y="58252"/>
                </a:cubicBezTo>
                <a:cubicBezTo>
                  <a:pt x="141063" y="62108"/>
                  <a:pt x="146137" y="69879"/>
                  <a:pt x="146137" y="78868"/>
                </a:cubicBezTo>
                <a:cubicBezTo>
                  <a:pt x="146137" y="86464"/>
                  <a:pt x="142484" y="93191"/>
                  <a:pt x="136858" y="97425"/>
                </a:cubicBezTo>
                <a:cubicBezTo>
                  <a:pt x="139758" y="101310"/>
                  <a:pt x="141498" y="106123"/>
                  <a:pt x="141498" y="111342"/>
                </a:cubicBezTo>
                <a:cubicBezTo>
                  <a:pt x="141498" y="124158"/>
                  <a:pt x="131117" y="134539"/>
                  <a:pt x="118301" y="134539"/>
                </a:cubicBezTo>
                <a:cubicBezTo>
                  <a:pt x="118098" y="134539"/>
                  <a:pt x="117924" y="134539"/>
                  <a:pt x="117721" y="134539"/>
                </a:cubicBezTo>
                <a:cubicBezTo>
                  <a:pt x="115663" y="142542"/>
                  <a:pt x="108385" y="148457"/>
                  <a:pt x="99744" y="148457"/>
                </a:cubicBezTo>
                <a:lnTo>
                  <a:pt x="90466" y="148457"/>
                </a:lnTo>
                <a:cubicBezTo>
                  <a:pt x="85334" y="148457"/>
                  <a:pt x="81187" y="144310"/>
                  <a:pt x="81187" y="139178"/>
                </a:cubicBezTo>
                <a:lnTo>
                  <a:pt x="81187" y="9279"/>
                </a:lnTo>
                <a:cubicBezTo>
                  <a:pt x="81187" y="4146"/>
                  <a:pt x="85334" y="0"/>
                  <a:pt x="90466" y="0"/>
                </a:cubicBezTo>
                <a:lnTo>
                  <a:pt x="97425" y="0"/>
                </a:lnTo>
                <a:cubicBezTo>
                  <a:pt x="106384" y="0"/>
                  <a:pt x="113662" y="7278"/>
                  <a:pt x="113662" y="1623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3" name="Text 23"/>
          <p:cNvSpPr/>
          <p:nvPr/>
        </p:nvSpPr>
        <p:spPr>
          <a:xfrm>
            <a:off x="6605973" y="5955751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124" name="Shape 24"/>
          <p:cNvSpPr/>
          <p:nvPr/>
        </p:nvSpPr>
        <p:spPr>
          <a:xfrm>
            <a:off x="9144929" y="5992865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74228" y="0"/>
                </a:moveTo>
                <a:cubicBezTo>
                  <a:pt x="75562" y="0"/>
                  <a:pt x="76896" y="290"/>
                  <a:pt x="78114" y="841"/>
                </a:cubicBezTo>
                <a:lnTo>
                  <a:pt x="132741" y="24008"/>
                </a:lnTo>
                <a:cubicBezTo>
                  <a:pt x="139120" y="26705"/>
                  <a:pt x="143875" y="32997"/>
                  <a:pt x="143846" y="40594"/>
                </a:cubicBezTo>
                <a:cubicBezTo>
                  <a:pt x="143701" y="69357"/>
                  <a:pt x="131871" y="121984"/>
                  <a:pt x="81912" y="145905"/>
                </a:cubicBezTo>
                <a:cubicBezTo>
                  <a:pt x="77070" y="148225"/>
                  <a:pt x="71445" y="148225"/>
                  <a:pt x="66603" y="145905"/>
                </a:cubicBezTo>
                <a:cubicBezTo>
                  <a:pt x="16614" y="121984"/>
                  <a:pt x="4813" y="69357"/>
                  <a:pt x="4668" y="40594"/>
                </a:cubicBezTo>
                <a:cubicBezTo>
                  <a:pt x="4639" y="32997"/>
                  <a:pt x="9395" y="26705"/>
                  <a:pt x="15774" y="24008"/>
                </a:cubicBezTo>
                <a:lnTo>
                  <a:pt x="70372" y="841"/>
                </a:lnTo>
                <a:cubicBezTo>
                  <a:pt x="71590" y="290"/>
                  <a:pt x="72895" y="0"/>
                  <a:pt x="74228" y="0"/>
                </a:cubicBezTo>
                <a:close/>
                <a:moveTo>
                  <a:pt x="74228" y="19369"/>
                </a:moveTo>
                <a:lnTo>
                  <a:pt x="74228" y="129001"/>
                </a:lnTo>
                <a:cubicBezTo>
                  <a:pt x="114242" y="109632"/>
                  <a:pt x="124999" y="66718"/>
                  <a:pt x="125260" y="41029"/>
                </a:cubicBezTo>
                <a:lnTo>
                  <a:pt x="74228" y="19398"/>
                </a:lnTo>
                <a:lnTo>
                  <a:pt x="74228" y="1939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5" name="Text 25"/>
          <p:cNvSpPr/>
          <p:nvPr/>
        </p:nvSpPr>
        <p:spPr>
          <a:xfrm>
            <a:off x="9311943" y="5955751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Cloud Security</a:t>
            </a:r>
            <a:endParaRPr lang="en-US" sz="1600" dirty="0"/>
          </a:p>
        </p:txBody>
      </p:sp>
      <p:sp>
        <p:nvSpPr>
          <p:cNvPr id="126" name="Shape 26"/>
          <p:cNvSpPr/>
          <p:nvPr/>
        </p:nvSpPr>
        <p:spPr>
          <a:xfrm>
            <a:off x="6438959" y="6289778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18557" y="18557"/>
                </a:moveTo>
                <a:cubicBezTo>
                  <a:pt x="18557" y="13425"/>
                  <a:pt x="14411" y="9279"/>
                  <a:pt x="9279" y="9279"/>
                </a:cubicBezTo>
                <a:cubicBezTo>
                  <a:pt x="4146" y="9279"/>
                  <a:pt x="0" y="13425"/>
                  <a:pt x="0" y="18557"/>
                </a:cubicBezTo>
                <a:lnTo>
                  <a:pt x="0" y="115982"/>
                </a:lnTo>
                <a:cubicBezTo>
                  <a:pt x="0" y="128798"/>
                  <a:pt x="10380" y="139178"/>
                  <a:pt x="23196" y="139178"/>
                </a:cubicBezTo>
                <a:lnTo>
                  <a:pt x="139178" y="139178"/>
                </a:lnTo>
                <a:cubicBezTo>
                  <a:pt x="144310" y="139178"/>
                  <a:pt x="148457" y="135032"/>
                  <a:pt x="148457" y="129900"/>
                </a:cubicBezTo>
                <a:cubicBezTo>
                  <a:pt x="148457" y="124767"/>
                  <a:pt x="144310" y="120621"/>
                  <a:pt x="139178" y="120621"/>
                </a:cubicBezTo>
                <a:lnTo>
                  <a:pt x="23196" y="120621"/>
                </a:lnTo>
                <a:cubicBezTo>
                  <a:pt x="20645" y="120621"/>
                  <a:pt x="18557" y="118533"/>
                  <a:pt x="18557" y="115982"/>
                </a:cubicBezTo>
                <a:lnTo>
                  <a:pt x="18557" y="18557"/>
                </a:lnTo>
                <a:close/>
                <a:moveTo>
                  <a:pt x="136453" y="43667"/>
                </a:moveTo>
                <a:cubicBezTo>
                  <a:pt x="140077" y="40043"/>
                  <a:pt x="140077" y="34157"/>
                  <a:pt x="136453" y="30532"/>
                </a:cubicBezTo>
                <a:cubicBezTo>
                  <a:pt x="132828" y="26908"/>
                  <a:pt x="126942" y="26908"/>
                  <a:pt x="123318" y="30532"/>
                </a:cubicBezTo>
                <a:lnTo>
                  <a:pt x="92785" y="61093"/>
                </a:lnTo>
                <a:lnTo>
                  <a:pt x="76142" y="44479"/>
                </a:lnTo>
                <a:cubicBezTo>
                  <a:pt x="72518" y="40855"/>
                  <a:pt x="66632" y="40855"/>
                  <a:pt x="63007" y="44479"/>
                </a:cubicBezTo>
                <a:lnTo>
                  <a:pt x="35171" y="72315"/>
                </a:lnTo>
                <a:cubicBezTo>
                  <a:pt x="31547" y="75939"/>
                  <a:pt x="31547" y="81825"/>
                  <a:pt x="35171" y="85450"/>
                </a:cubicBezTo>
                <a:cubicBezTo>
                  <a:pt x="38796" y="89074"/>
                  <a:pt x="44682" y="89074"/>
                  <a:pt x="48306" y="85450"/>
                </a:cubicBezTo>
                <a:lnTo>
                  <a:pt x="69589" y="64167"/>
                </a:lnTo>
                <a:lnTo>
                  <a:pt x="86232" y="80810"/>
                </a:lnTo>
                <a:cubicBezTo>
                  <a:pt x="89857" y="84435"/>
                  <a:pt x="95743" y="84435"/>
                  <a:pt x="99367" y="80810"/>
                </a:cubicBezTo>
                <a:lnTo>
                  <a:pt x="136482" y="43696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7" name="Text 27"/>
          <p:cNvSpPr/>
          <p:nvPr/>
        </p:nvSpPr>
        <p:spPr>
          <a:xfrm>
            <a:off x="6605973" y="6252664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28" name="Shape 28"/>
          <p:cNvSpPr/>
          <p:nvPr/>
        </p:nvSpPr>
        <p:spPr>
          <a:xfrm>
            <a:off x="9144929" y="6289778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99338" y="2726"/>
                </a:moveTo>
                <a:cubicBezTo>
                  <a:pt x="95714" y="-899"/>
                  <a:pt x="89828" y="-899"/>
                  <a:pt x="86203" y="2726"/>
                </a:cubicBezTo>
                <a:cubicBezTo>
                  <a:pt x="82579" y="6350"/>
                  <a:pt x="82579" y="12236"/>
                  <a:pt x="86203" y="15861"/>
                </a:cubicBezTo>
                <a:lnTo>
                  <a:pt x="88929" y="18557"/>
                </a:lnTo>
                <a:lnTo>
                  <a:pt x="8148" y="99338"/>
                </a:lnTo>
                <a:cubicBezTo>
                  <a:pt x="2929" y="104558"/>
                  <a:pt x="0" y="111632"/>
                  <a:pt x="0" y="119026"/>
                </a:cubicBezTo>
                <a:lnTo>
                  <a:pt x="0" y="120621"/>
                </a:lnTo>
                <a:cubicBezTo>
                  <a:pt x="0" y="135989"/>
                  <a:pt x="12468" y="148457"/>
                  <a:pt x="27836" y="148457"/>
                </a:cubicBezTo>
                <a:lnTo>
                  <a:pt x="29430" y="148457"/>
                </a:lnTo>
                <a:cubicBezTo>
                  <a:pt x="36824" y="148457"/>
                  <a:pt x="43899" y="145528"/>
                  <a:pt x="49118" y="140309"/>
                </a:cubicBezTo>
                <a:lnTo>
                  <a:pt x="129900" y="59528"/>
                </a:lnTo>
                <a:lnTo>
                  <a:pt x="132625" y="62253"/>
                </a:lnTo>
                <a:cubicBezTo>
                  <a:pt x="136250" y="65878"/>
                  <a:pt x="142136" y="65878"/>
                  <a:pt x="145760" y="62253"/>
                </a:cubicBezTo>
                <a:cubicBezTo>
                  <a:pt x="149384" y="58629"/>
                  <a:pt x="149384" y="52743"/>
                  <a:pt x="145760" y="49118"/>
                </a:cubicBezTo>
                <a:lnTo>
                  <a:pt x="99367" y="2726"/>
                </a:lnTo>
                <a:close/>
                <a:moveTo>
                  <a:pt x="59528" y="74228"/>
                </a:moveTo>
                <a:lnTo>
                  <a:pt x="102064" y="31692"/>
                </a:lnTo>
                <a:lnTo>
                  <a:pt x="116765" y="46393"/>
                </a:lnTo>
                <a:lnTo>
                  <a:pt x="88929" y="74228"/>
                </a:lnTo>
                <a:lnTo>
                  <a:pt x="59499" y="7422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29" name="Text 29"/>
          <p:cNvSpPr/>
          <p:nvPr/>
        </p:nvSpPr>
        <p:spPr>
          <a:xfrm>
            <a:off x="9311943" y="6252664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E0E0E0"/>
                </a:solidFill>
                <a:latin typeface="Liter" panose="02000503030000020004" charset="0"/>
                <a:ea typeface="Liter" panose="02000503030000020004" pitchFamily="34" charset="-122"/>
                <a:cs typeface="Liter" panose="02000503030000020004" pitchFamily="34" charset="-120"/>
              </a:rPr>
              <a:t>Testing Strategies</a:t>
            </a:r>
            <a:endParaRPr lang="en-US" sz="1600" dirty="0"/>
          </a:p>
        </p:txBody>
      </p:sp>
      <p:sp>
        <p:nvSpPr>
          <p:cNvPr id="133" name="Shape 5"/>
          <p:cNvSpPr/>
          <p:nvPr/>
        </p:nvSpPr>
        <p:spPr>
          <a:xfrm>
            <a:off x="6212784" y="1501815"/>
            <a:ext cx="37370" cy="3620429"/>
          </a:xfrm>
          <a:custGeom>
            <a:avLst/>
            <a:gdLst/>
            <a:ahLst/>
            <a:cxnLst/>
            <a:rect l="l" t="t" r="r" b="b"/>
            <a:pathLst>
              <a:path w="37370" h="2709333">
                <a:moveTo>
                  <a:pt x="0" y="0"/>
                </a:moveTo>
                <a:lnTo>
                  <a:pt x="37370" y="0"/>
                </a:lnTo>
                <a:lnTo>
                  <a:pt x="37370" y="2709333"/>
                </a:lnTo>
                <a:lnTo>
                  <a:pt x="0" y="2709333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1812D08-D8E8-7B3D-AEDC-B60140019966}"/>
              </a:ext>
            </a:extLst>
          </p:cNvPr>
          <p:cNvSpPr/>
          <p:nvPr/>
        </p:nvSpPr>
        <p:spPr>
          <a:xfrm>
            <a:off x="866767" y="4731359"/>
            <a:ext cx="5195982" cy="2597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460" b="1" dirty="0">
                <a:solidFill>
                  <a:srgbClr val="C8A265"/>
                </a:solidFill>
                <a:latin typeface="Liter" panose="02000503030000020004" charset="0"/>
              </a:rPr>
              <a:t>Resources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9EA999B-1E3F-2079-F791-FEA59F3E5573}"/>
              </a:ext>
            </a:extLst>
          </p:cNvPr>
          <p:cNvSpPr/>
          <p:nvPr/>
        </p:nvSpPr>
        <p:spPr>
          <a:xfrm>
            <a:off x="644083" y="5114016"/>
            <a:ext cx="167014" cy="148457"/>
          </a:xfrm>
          <a:custGeom>
            <a:avLst/>
            <a:gdLst/>
            <a:ahLst/>
            <a:cxnLst/>
            <a:rect l="l" t="t" r="r" b="b"/>
            <a:pathLst>
              <a:path w="167014" h="148457">
                <a:moveTo>
                  <a:pt x="0" y="97425"/>
                </a:moveTo>
                <a:cubicBezTo>
                  <a:pt x="0" y="120476"/>
                  <a:pt x="18702" y="139178"/>
                  <a:pt x="41753" y="139178"/>
                </a:cubicBezTo>
                <a:lnTo>
                  <a:pt x="129900" y="139178"/>
                </a:lnTo>
                <a:cubicBezTo>
                  <a:pt x="150399" y="139178"/>
                  <a:pt x="167014" y="122564"/>
                  <a:pt x="167014" y="102064"/>
                </a:cubicBezTo>
                <a:cubicBezTo>
                  <a:pt x="167014" y="87102"/>
                  <a:pt x="158170" y="74199"/>
                  <a:pt x="145412" y="68342"/>
                </a:cubicBezTo>
                <a:cubicBezTo>
                  <a:pt x="147355" y="64544"/>
                  <a:pt x="148457" y="60224"/>
                  <a:pt x="148457" y="55671"/>
                </a:cubicBezTo>
                <a:cubicBezTo>
                  <a:pt x="148457" y="40304"/>
                  <a:pt x="135989" y="27836"/>
                  <a:pt x="120621" y="27836"/>
                </a:cubicBezTo>
                <a:cubicBezTo>
                  <a:pt x="115489" y="27836"/>
                  <a:pt x="110705" y="29227"/>
                  <a:pt x="106587" y="31634"/>
                </a:cubicBezTo>
                <a:cubicBezTo>
                  <a:pt x="99599" y="18354"/>
                  <a:pt x="85653" y="9279"/>
                  <a:pt x="69589" y="9279"/>
                </a:cubicBezTo>
                <a:cubicBezTo>
                  <a:pt x="46538" y="9279"/>
                  <a:pt x="27836" y="27981"/>
                  <a:pt x="27836" y="51032"/>
                </a:cubicBezTo>
                <a:cubicBezTo>
                  <a:pt x="27836" y="53352"/>
                  <a:pt x="28039" y="55642"/>
                  <a:pt x="28387" y="57846"/>
                </a:cubicBezTo>
                <a:cubicBezTo>
                  <a:pt x="11888" y="63413"/>
                  <a:pt x="0" y="79042"/>
                  <a:pt x="0" y="97425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02B45EE-780B-7C35-C6AC-E209D87FF97C}"/>
              </a:ext>
            </a:extLst>
          </p:cNvPr>
          <p:cNvSpPr/>
          <p:nvPr/>
        </p:nvSpPr>
        <p:spPr>
          <a:xfrm>
            <a:off x="848083" y="5076902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190" u="sng" dirty="0">
                <a:latin typeface="Liter" panose="020B0604020202020204" charset="0"/>
                <a:hlinkClick r:id="rId3"/>
              </a:rPr>
              <a:t>Terraform AWS Best Practices</a:t>
            </a:r>
            <a:endParaRPr lang="en-IN" sz="1190" dirty="0">
              <a:latin typeface="Liter" panose="020B060402020202020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7894878-CA3B-375F-AD08-8677486ACA9B}"/>
              </a:ext>
            </a:extLst>
          </p:cNvPr>
          <p:cNvSpPr/>
          <p:nvPr/>
        </p:nvSpPr>
        <p:spPr>
          <a:xfrm>
            <a:off x="3359331" y="5114016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82347" y="-377"/>
                </a:moveTo>
                <a:cubicBezTo>
                  <a:pt x="77331" y="-3276"/>
                  <a:pt x="71126" y="-3276"/>
                  <a:pt x="66110" y="-377"/>
                </a:cubicBezTo>
                <a:lnTo>
                  <a:pt x="41695" y="13715"/>
                </a:lnTo>
                <a:cubicBezTo>
                  <a:pt x="36679" y="16614"/>
                  <a:pt x="33577" y="21979"/>
                  <a:pt x="33577" y="27778"/>
                </a:cubicBezTo>
                <a:lnTo>
                  <a:pt x="33577" y="57324"/>
                </a:lnTo>
                <a:lnTo>
                  <a:pt x="7974" y="72112"/>
                </a:lnTo>
                <a:cubicBezTo>
                  <a:pt x="2958" y="75011"/>
                  <a:pt x="-145" y="80375"/>
                  <a:pt x="-145" y="86174"/>
                </a:cubicBezTo>
                <a:lnTo>
                  <a:pt x="-145" y="114387"/>
                </a:lnTo>
                <a:cubicBezTo>
                  <a:pt x="-145" y="120186"/>
                  <a:pt x="2958" y="125550"/>
                  <a:pt x="7974" y="128450"/>
                </a:cubicBezTo>
                <a:lnTo>
                  <a:pt x="32417" y="142542"/>
                </a:lnTo>
                <a:cubicBezTo>
                  <a:pt x="37433" y="145441"/>
                  <a:pt x="43638" y="145441"/>
                  <a:pt x="48654" y="142542"/>
                </a:cubicBezTo>
                <a:lnTo>
                  <a:pt x="74257" y="127754"/>
                </a:lnTo>
                <a:lnTo>
                  <a:pt x="99860" y="142542"/>
                </a:lnTo>
                <a:cubicBezTo>
                  <a:pt x="104876" y="145441"/>
                  <a:pt x="111082" y="145441"/>
                  <a:pt x="116098" y="142542"/>
                </a:cubicBezTo>
                <a:lnTo>
                  <a:pt x="140483" y="128450"/>
                </a:lnTo>
                <a:cubicBezTo>
                  <a:pt x="145499" y="125550"/>
                  <a:pt x="148602" y="120186"/>
                  <a:pt x="148602" y="114387"/>
                </a:cubicBezTo>
                <a:lnTo>
                  <a:pt x="148602" y="86174"/>
                </a:lnTo>
                <a:cubicBezTo>
                  <a:pt x="148602" y="80375"/>
                  <a:pt x="145499" y="75011"/>
                  <a:pt x="140483" y="72112"/>
                </a:cubicBezTo>
                <a:lnTo>
                  <a:pt x="114880" y="57324"/>
                </a:lnTo>
                <a:lnTo>
                  <a:pt x="114880" y="27778"/>
                </a:lnTo>
                <a:cubicBezTo>
                  <a:pt x="114880" y="21979"/>
                  <a:pt x="111777" y="16614"/>
                  <a:pt x="106761" y="13715"/>
                </a:cubicBezTo>
                <a:lnTo>
                  <a:pt x="82347" y="-377"/>
                </a:lnTo>
                <a:close/>
                <a:moveTo>
                  <a:pt x="67269" y="84841"/>
                </a:moveTo>
                <a:lnTo>
                  <a:pt x="67269" y="115721"/>
                </a:lnTo>
                <a:lnTo>
                  <a:pt x="41666" y="130508"/>
                </a:lnTo>
                <a:cubicBezTo>
                  <a:pt x="41318" y="130711"/>
                  <a:pt x="40913" y="130827"/>
                  <a:pt x="40507" y="130827"/>
                </a:cubicBezTo>
                <a:lnTo>
                  <a:pt x="40507" y="100295"/>
                </a:lnTo>
                <a:lnTo>
                  <a:pt x="67269" y="84841"/>
                </a:lnTo>
                <a:close/>
                <a:moveTo>
                  <a:pt x="134365" y="85015"/>
                </a:moveTo>
                <a:cubicBezTo>
                  <a:pt x="134568" y="85363"/>
                  <a:pt x="134684" y="85768"/>
                  <a:pt x="134684" y="86174"/>
                </a:cubicBezTo>
                <a:lnTo>
                  <a:pt x="134684" y="114387"/>
                </a:lnTo>
                <a:cubicBezTo>
                  <a:pt x="134684" y="115228"/>
                  <a:pt x="134249" y="115982"/>
                  <a:pt x="133524" y="116388"/>
                </a:cubicBezTo>
                <a:lnTo>
                  <a:pt x="109081" y="130479"/>
                </a:lnTo>
                <a:cubicBezTo>
                  <a:pt x="108733" y="130682"/>
                  <a:pt x="108327" y="130798"/>
                  <a:pt x="107921" y="130798"/>
                </a:cubicBezTo>
                <a:lnTo>
                  <a:pt x="107921" y="100266"/>
                </a:lnTo>
                <a:lnTo>
                  <a:pt x="134365" y="85015"/>
                </a:lnTo>
                <a:close/>
                <a:moveTo>
                  <a:pt x="100991" y="27778"/>
                </a:moveTo>
                <a:lnTo>
                  <a:pt x="100991" y="57324"/>
                </a:lnTo>
                <a:lnTo>
                  <a:pt x="74228" y="72779"/>
                </a:lnTo>
                <a:lnTo>
                  <a:pt x="74228" y="41898"/>
                </a:lnTo>
                <a:lnTo>
                  <a:pt x="100672" y="26647"/>
                </a:lnTo>
                <a:cubicBezTo>
                  <a:pt x="100875" y="26995"/>
                  <a:pt x="100991" y="27401"/>
                  <a:pt x="100991" y="2780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E83E7CE-837F-23CD-1EC5-0C02B8369E0D}"/>
              </a:ext>
            </a:extLst>
          </p:cNvPr>
          <p:cNvSpPr/>
          <p:nvPr/>
        </p:nvSpPr>
        <p:spPr>
          <a:xfrm>
            <a:off x="3554053" y="5076902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190" u="sng" dirty="0">
                <a:latin typeface="Liter" panose="020B0604020202020204" charset="0"/>
                <a:hlinkClick r:id="rId4"/>
              </a:rPr>
              <a:t>AWS Lambda Best Practices</a:t>
            </a:r>
            <a:endParaRPr lang="en-IN" sz="1190" dirty="0">
              <a:latin typeface="Liter" panose="020B0604020202020204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494C0B8-F280-27A3-D86B-642D6492741D}"/>
              </a:ext>
            </a:extLst>
          </p:cNvPr>
          <p:cNvSpPr/>
          <p:nvPr/>
        </p:nvSpPr>
        <p:spPr>
          <a:xfrm>
            <a:off x="653361" y="5410929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34795" y="16237"/>
                </a:moveTo>
                <a:cubicBezTo>
                  <a:pt x="34795" y="7278"/>
                  <a:pt x="42072" y="0"/>
                  <a:pt x="51032" y="0"/>
                </a:cubicBezTo>
                <a:lnTo>
                  <a:pt x="57991" y="0"/>
                </a:lnTo>
                <a:cubicBezTo>
                  <a:pt x="63123" y="0"/>
                  <a:pt x="67269" y="4146"/>
                  <a:pt x="67269" y="9279"/>
                </a:cubicBezTo>
                <a:lnTo>
                  <a:pt x="67269" y="139178"/>
                </a:lnTo>
                <a:cubicBezTo>
                  <a:pt x="67269" y="144310"/>
                  <a:pt x="63123" y="148457"/>
                  <a:pt x="57991" y="148457"/>
                </a:cubicBezTo>
                <a:lnTo>
                  <a:pt x="48712" y="148457"/>
                </a:lnTo>
                <a:cubicBezTo>
                  <a:pt x="40072" y="148457"/>
                  <a:pt x="32794" y="142542"/>
                  <a:pt x="30735" y="134539"/>
                </a:cubicBezTo>
                <a:cubicBezTo>
                  <a:pt x="30532" y="134539"/>
                  <a:pt x="30358" y="134539"/>
                  <a:pt x="30155" y="134539"/>
                </a:cubicBezTo>
                <a:cubicBezTo>
                  <a:pt x="17339" y="134539"/>
                  <a:pt x="6959" y="124158"/>
                  <a:pt x="6959" y="111342"/>
                </a:cubicBezTo>
                <a:cubicBezTo>
                  <a:pt x="6959" y="106123"/>
                  <a:pt x="8699" y="101310"/>
                  <a:pt x="11598" y="97425"/>
                </a:cubicBezTo>
                <a:cubicBezTo>
                  <a:pt x="5973" y="93191"/>
                  <a:pt x="2320" y="86464"/>
                  <a:pt x="2320" y="78868"/>
                </a:cubicBezTo>
                <a:cubicBezTo>
                  <a:pt x="2320" y="69908"/>
                  <a:pt x="7423" y="62108"/>
                  <a:pt x="14846" y="58252"/>
                </a:cubicBezTo>
                <a:cubicBezTo>
                  <a:pt x="12787" y="54772"/>
                  <a:pt x="11598" y="50713"/>
                  <a:pt x="11598" y="46393"/>
                </a:cubicBezTo>
                <a:cubicBezTo>
                  <a:pt x="11598" y="33577"/>
                  <a:pt x="21979" y="23196"/>
                  <a:pt x="34795" y="23196"/>
                </a:cubicBezTo>
                <a:lnTo>
                  <a:pt x="34795" y="16237"/>
                </a:lnTo>
                <a:close/>
                <a:moveTo>
                  <a:pt x="113662" y="16237"/>
                </a:moveTo>
                <a:lnTo>
                  <a:pt x="113662" y="23196"/>
                </a:lnTo>
                <a:cubicBezTo>
                  <a:pt x="126478" y="23196"/>
                  <a:pt x="136858" y="33577"/>
                  <a:pt x="136858" y="46393"/>
                </a:cubicBezTo>
                <a:cubicBezTo>
                  <a:pt x="136858" y="50742"/>
                  <a:pt x="135670" y="54801"/>
                  <a:pt x="133611" y="58252"/>
                </a:cubicBezTo>
                <a:cubicBezTo>
                  <a:pt x="141063" y="62108"/>
                  <a:pt x="146137" y="69879"/>
                  <a:pt x="146137" y="78868"/>
                </a:cubicBezTo>
                <a:cubicBezTo>
                  <a:pt x="146137" y="86464"/>
                  <a:pt x="142484" y="93191"/>
                  <a:pt x="136858" y="97425"/>
                </a:cubicBezTo>
                <a:cubicBezTo>
                  <a:pt x="139758" y="101310"/>
                  <a:pt x="141498" y="106123"/>
                  <a:pt x="141498" y="111342"/>
                </a:cubicBezTo>
                <a:cubicBezTo>
                  <a:pt x="141498" y="124158"/>
                  <a:pt x="131117" y="134539"/>
                  <a:pt x="118301" y="134539"/>
                </a:cubicBezTo>
                <a:cubicBezTo>
                  <a:pt x="118098" y="134539"/>
                  <a:pt x="117924" y="134539"/>
                  <a:pt x="117721" y="134539"/>
                </a:cubicBezTo>
                <a:cubicBezTo>
                  <a:pt x="115663" y="142542"/>
                  <a:pt x="108385" y="148457"/>
                  <a:pt x="99744" y="148457"/>
                </a:cubicBezTo>
                <a:lnTo>
                  <a:pt x="90466" y="148457"/>
                </a:lnTo>
                <a:cubicBezTo>
                  <a:pt x="85334" y="148457"/>
                  <a:pt x="81187" y="144310"/>
                  <a:pt x="81187" y="139178"/>
                </a:cubicBezTo>
                <a:lnTo>
                  <a:pt x="81187" y="9279"/>
                </a:lnTo>
                <a:cubicBezTo>
                  <a:pt x="81187" y="4146"/>
                  <a:pt x="85334" y="0"/>
                  <a:pt x="90466" y="0"/>
                </a:cubicBezTo>
                <a:lnTo>
                  <a:pt x="97425" y="0"/>
                </a:lnTo>
                <a:cubicBezTo>
                  <a:pt x="106384" y="0"/>
                  <a:pt x="113662" y="7278"/>
                  <a:pt x="113662" y="16237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8C57490-F782-2E33-0788-BE297C8E6141}"/>
              </a:ext>
            </a:extLst>
          </p:cNvPr>
          <p:cNvSpPr/>
          <p:nvPr/>
        </p:nvSpPr>
        <p:spPr>
          <a:xfrm>
            <a:off x="848083" y="5373815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190" u="sng" dirty="0">
                <a:latin typeface="Liter" panose="020B0604020202020204" charset="0"/>
                <a:hlinkClick r:id="rId5"/>
              </a:rPr>
              <a:t>Groq API Documentation</a:t>
            </a:r>
            <a:endParaRPr lang="en-IN" sz="1190" dirty="0">
              <a:latin typeface="Liter" panose="020B0604020202020204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9A3C548-D744-3386-5681-2F86BE6B0A81}"/>
              </a:ext>
            </a:extLst>
          </p:cNvPr>
          <p:cNvSpPr/>
          <p:nvPr/>
        </p:nvSpPr>
        <p:spPr>
          <a:xfrm>
            <a:off x="3359331" y="5410929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74228" y="0"/>
                </a:moveTo>
                <a:cubicBezTo>
                  <a:pt x="75562" y="0"/>
                  <a:pt x="76896" y="290"/>
                  <a:pt x="78114" y="841"/>
                </a:cubicBezTo>
                <a:lnTo>
                  <a:pt x="132741" y="24008"/>
                </a:lnTo>
                <a:cubicBezTo>
                  <a:pt x="139120" y="26705"/>
                  <a:pt x="143875" y="32997"/>
                  <a:pt x="143846" y="40594"/>
                </a:cubicBezTo>
                <a:cubicBezTo>
                  <a:pt x="143701" y="69357"/>
                  <a:pt x="131871" y="121984"/>
                  <a:pt x="81912" y="145905"/>
                </a:cubicBezTo>
                <a:cubicBezTo>
                  <a:pt x="77070" y="148225"/>
                  <a:pt x="71445" y="148225"/>
                  <a:pt x="66603" y="145905"/>
                </a:cubicBezTo>
                <a:cubicBezTo>
                  <a:pt x="16614" y="121984"/>
                  <a:pt x="4813" y="69357"/>
                  <a:pt x="4668" y="40594"/>
                </a:cubicBezTo>
                <a:cubicBezTo>
                  <a:pt x="4639" y="32997"/>
                  <a:pt x="9395" y="26705"/>
                  <a:pt x="15774" y="24008"/>
                </a:cubicBezTo>
                <a:lnTo>
                  <a:pt x="70372" y="841"/>
                </a:lnTo>
                <a:cubicBezTo>
                  <a:pt x="71590" y="290"/>
                  <a:pt x="72895" y="0"/>
                  <a:pt x="74228" y="0"/>
                </a:cubicBezTo>
                <a:close/>
                <a:moveTo>
                  <a:pt x="74228" y="19369"/>
                </a:moveTo>
                <a:lnTo>
                  <a:pt x="74228" y="129001"/>
                </a:lnTo>
                <a:cubicBezTo>
                  <a:pt x="114242" y="109632"/>
                  <a:pt x="124999" y="66718"/>
                  <a:pt x="125260" y="41029"/>
                </a:cubicBezTo>
                <a:lnTo>
                  <a:pt x="74228" y="19398"/>
                </a:lnTo>
                <a:lnTo>
                  <a:pt x="74228" y="19398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271D6DA-65A3-FAF5-9083-6E84B061ACF0}"/>
              </a:ext>
            </a:extLst>
          </p:cNvPr>
          <p:cNvSpPr/>
          <p:nvPr/>
        </p:nvSpPr>
        <p:spPr>
          <a:xfrm>
            <a:off x="3554053" y="5373815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190" u="sng" dirty="0">
                <a:latin typeface="Liter" panose="020B0604020202020204" charset="0"/>
                <a:hlinkClick r:id="rId6"/>
              </a:rPr>
              <a:t>DynamoDB Best Practices</a:t>
            </a:r>
            <a:endParaRPr lang="en-IN" sz="1190" dirty="0">
              <a:latin typeface="Liter" panose="020B060402020202020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42FA8B2-71F6-6931-2414-06F6631138CD}"/>
              </a:ext>
            </a:extLst>
          </p:cNvPr>
          <p:cNvSpPr/>
          <p:nvPr/>
        </p:nvSpPr>
        <p:spPr>
          <a:xfrm>
            <a:off x="653361" y="5707842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18557" y="18557"/>
                </a:moveTo>
                <a:cubicBezTo>
                  <a:pt x="18557" y="13425"/>
                  <a:pt x="14411" y="9279"/>
                  <a:pt x="9279" y="9279"/>
                </a:cubicBezTo>
                <a:cubicBezTo>
                  <a:pt x="4146" y="9279"/>
                  <a:pt x="0" y="13425"/>
                  <a:pt x="0" y="18557"/>
                </a:cubicBezTo>
                <a:lnTo>
                  <a:pt x="0" y="115982"/>
                </a:lnTo>
                <a:cubicBezTo>
                  <a:pt x="0" y="128798"/>
                  <a:pt x="10380" y="139178"/>
                  <a:pt x="23196" y="139178"/>
                </a:cubicBezTo>
                <a:lnTo>
                  <a:pt x="139178" y="139178"/>
                </a:lnTo>
                <a:cubicBezTo>
                  <a:pt x="144310" y="139178"/>
                  <a:pt x="148457" y="135032"/>
                  <a:pt x="148457" y="129900"/>
                </a:cubicBezTo>
                <a:cubicBezTo>
                  <a:pt x="148457" y="124767"/>
                  <a:pt x="144310" y="120621"/>
                  <a:pt x="139178" y="120621"/>
                </a:cubicBezTo>
                <a:lnTo>
                  <a:pt x="23196" y="120621"/>
                </a:lnTo>
                <a:cubicBezTo>
                  <a:pt x="20645" y="120621"/>
                  <a:pt x="18557" y="118533"/>
                  <a:pt x="18557" y="115982"/>
                </a:cubicBezTo>
                <a:lnTo>
                  <a:pt x="18557" y="18557"/>
                </a:lnTo>
                <a:close/>
                <a:moveTo>
                  <a:pt x="136453" y="43667"/>
                </a:moveTo>
                <a:cubicBezTo>
                  <a:pt x="140077" y="40043"/>
                  <a:pt x="140077" y="34157"/>
                  <a:pt x="136453" y="30532"/>
                </a:cubicBezTo>
                <a:cubicBezTo>
                  <a:pt x="132828" y="26908"/>
                  <a:pt x="126942" y="26908"/>
                  <a:pt x="123318" y="30532"/>
                </a:cubicBezTo>
                <a:lnTo>
                  <a:pt x="92785" y="61093"/>
                </a:lnTo>
                <a:lnTo>
                  <a:pt x="76142" y="44479"/>
                </a:lnTo>
                <a:cubicBezTo>
                  <a:pt x="72518" y="40855"/>
                  <a:pt x="66632" y="40855"/>
                  <a:pt x="63007" y="44479"/>
                </a:cubicBezTo>
                <a:lnTo>
                  <a:pt x="35171" y="72315"/>
                </a:lnTo>
                <a:cubicBezTo>
                  <a:pt x="31547" y="75939"/>
                  <a:pt x="31547" y="81825"/>
                  <a:pt x="35171" y="85450"/>
                </a:cubicBezTo>
                <a:cubicBezTo>
                  <a:pt x="38796" y="89074"/>
                  <a:pt x="44682" y="89074"/>
                  <a:pt x="48306" y="85450"/>
                </a:cubicBezTo>
                <a:lnTo>
                  <a:pt x="69589" y="64167"/>
                </a:lnTo>
                <a:lnTo>
                  <a:pt x="86232" y="80810"/>
                </a:lnTo>
                <a:cubicBezTo>
                  <a:pt x="89857" y="84435"/>
                  <a:pt x="95743" y="84435"/>
                  <a:pt x="99367" y="80810"/>
                </a:cubicBezTo>
                <a:lnTo>
                  <a:pt x="136482" y="43696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55449A5-BB8E-884E-1FF6-8C3901369762}"/>
              </a:ext>
            </a:extLst>
          </p:cNvPr>
          <p:cNvSpPr/>
          <p:nvPr/>
        </p:nvSpPr>
        <p:spPr>
          <a:xfrm>
            <a:off x="848083" y="5670728"/>
            <a:ext cx="2523763" cy="222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sz="1190" u="sng" dirty="0">
                <a:latin typeface="Liter" panose="020B0604020202020204" charset="0"/>
                <a:hlinkClick r:id="rId7"/>
              </a:rPr>
              <a:t>Telegram Bot Development</a:t>
            </a:r>
            <a:endParaRPr lang="en-IN" sz="1190" dirty="0">
              <a:latin typeface="Liter" panose="020B0604020202020204" charset="0"/>
            </a:endParaRPr>
          </a:p>
        </p:txBody>
      </p:sp>
      <p:pic>
        <p:nvPicPr>
          <p:cNvPr id="35" name="Graphic 34" descr="Books outline">
            <a:extLst>
              <a:ext uri="{FF2B5EF4-FFF2-40B4-BE49-F238E27FC236}">
                <a16:creationId xmlns:a16="http://schemas.microsoft.com/office/drawing/2014/main" id="{A4852FE9-867D-2FF9-D5C7-848E048365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912" y="4719324"/>
            <a:ext cx="271834" cy="271834"/>
          </a:xfrm>
          <a:prstGeom prst="rect">
            <a:avLst/>
          </a:prstGeom>
        </p:spPr>
      </p:pic>
      <p:sp>
        <p:nvSpPr>
          <p:cNvPr id="36" name="Shape 4">
            <a:extLst>
              <a:ext uri="{FF2B5EF4-FFF2-40B4-BE49-F238E27FC236}">
                <a16:creationId xmlns:a16="http://schemas.microsoft.com/office/drawing/2014/main" id="{D0562853-2216-3DBD-89F7-D979C78985F3}"/>
              </a:ext>
            </a:extLst>
          </p:cNvPr>
          <p:cNvSpPr/>
          <p:nvPr/>
        </p:nvSpPr>
        <p:spPr>
          <a:xfrm>
            <a:off x="6208110" y="5222195"/>
            <a:ext cx="5586832" cy="1389598"/>
          </a:xfrm>
          <a:custGeom>
            <a:avLst/>
            <a:gdLst/>
            <a:ahLst/>
            <a:cxnLst/>
            <a:rect l="l" t="t" r="r" b="b"/>
            <a:pathLst>
              <a:path w="5586832" h="2709333">
                <a:moveTo>
                  <a:pt x="0" y="0"/>
                </a:moveTo>
                <a:lnTo>
                  <a:pt x="5586832" y="0"/>
                </a:lnTo>
                <a:lnTo>
                  <a:pt x="5586832" y="2709333"/>
                </a:lnTo>
                <a:lnTo>
                  <a:pt x="0" y="270933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2EC45260-5903-1EFE-C8E9-63FF5A7E4E46}"/>
              </a:ext>
            </a:extLst>
          </p:cNvPr>
          <p:cNvSpPr/>
          <p:nvPr/>
        </p:nvSpPr>
        <p:spPr>
          <a:xfrm>
            <a:off x="6183972" y="5222309"/>
            <a:ext cx="45719" cy="1389598"/>
          </a:xfrm>
          <a:custGeom>
            <a:avLst/>
            <a:gdLst/>
            <a:ahLst/>
            <a:cxnLst/>
            <a:rect l="l" t="t" r="r" b="b"/>
            <a:pathLst>
              <a:path w="37370" h="1868506">
                <a:moveTo>
                  <a:pt x="0" y="0"/>
                </a:moveTo>
                <a:lnTo>
                  <a:pt x="37370" y="0"/>
                </a:lnTo>
                <a:lnTo>
                  <a:pt x="37370" y="1868506"/>
                </a:lnTo>
                <a:lnTo>
                  <a:pt x="0" y="18685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E02B35B6-E462-163C-6587-6607B4C29AC0}"/>
              </a:ext>
            </a:extLst>
          </p:cNvPr>
          <p:cNvSpPr/>
          <p:nvPr/>
        </p:nvSpPr>
        <p:spPr>
          <a:xfrm>
            <a:off x="399640" y="4462814"/>
            <a:ext cx="37370" cy="1548524"/>
          </a:xfrm>
          <a:custGeom>
            <a:avLst/>
            <a:gdLst/>
            <a:ahLst/>
            <a:cxnLst/>
            <a:rect l="l" t="t" r="r" b="b"/>
            <a:pathLst>
              <a:path w="37370" h="1868506">
                <a:moveTo>
                  <a:pt x="0" y="0"/>
                </a:moveTo>
                <a:lnTo>
                  <a:pt x="37370" y="0"/>
                </a:lnTo>
                <a:lnTo>
                  <a:pt x="37370" y="1868506"/>
                </a:lnTo>
                <a:lnTo>
                  <a:pt x="0" y="18685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466725" y="800100"/>
            <a:ext cx="3676650" cy="419100"/>
          </a:xfrm>
          <a:custGeom>
            <a:avLst/>
            <a:gdLst/>
            <a:ahLst/>
            <a:cxnLst/>
            <a:rect l="l" t="t" r="r" b="b"/>
            <a:pathLst>
              <a:path w="3676650" h="419100">
                <a:moveTo>
                  <a:pt x="0" y="0"/>
                </a:moveTo>
                <a:lnTo>
                  <a:pt x="3676650" y="0"/>
                </a:lnTo>
                <a:lnTo>
                  <a:pt x="36766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66725" y="8001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38175" y="876300"/>
            <a:ext cx="3438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C8A26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MSc CLOUD SOLUTIONS FINAL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6725" y="6237097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&amp; Big Data Program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08073" y="6237097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 February 2025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1364056"/>
            <a:ext cx="11228614" cy="1238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74027" y="2411805"/>
            <a:ext cx="3233059" cy="45719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A265"/>
              </a:gs>
              <a:gs pos="100000">
                <a:srgbClr val="4A6C8C"/>
              </a:gs>
            </a:gsLst>
            <a:lin ang="0" scaled="1"/>
          </a:gradFill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908625" y="4389072"/>
            <a:ext cx="1618952" cy="612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Garima Agrawal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625" y="2762250"/>
            <a:ext cx="1618952" cy="1618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202" y="2762251"/>
            <a:ext cx="1618952" cy="161895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100" y="2762251"/>
            <a:ext cx="1618953" cy="1618953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5436202" y="4389072"/>
            <a:ext cx="1618952" cy="612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Divya</a:t>
            </a:r>
            <a:r>
              <a:rPr lang="en-US" sz="180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IN" sz="1600" dirty="0" err="1">
                <a:solidFill>
                  <a:schemeClr val="bg1"/>
                </a:solidFill>
                <a:latin typeface="Quattrocento Sans" panose="020B0502050000020003" pitchFamily="34" charset="0"/>
              </a:rPr>
              <a:t>Koriya</a:t>
            </a:r>
            <a:endParaRPr lang="en-US" sz="1600" dirty="0"/>
          </a:p>
        </p:txBody>
      </p:sp>
      <p:sp>
        <p:nvSpPr>
          <p:cNvPr id="33" name="Text 8"/>
          <p:cNvSpPr/>
          <p:nvPr/>
        </p:nvSpPr>
        <p:spPr>
          <a:xfrm>
            <a:off x="8814101" y="4389072"/>
            <a:ext cx="1618952" cy="612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chemeClr val="bg1"/>
                </a:solidFill>
                <a:latin typeface="Quattrocento Sans" panose="020B0502050000020003" pitchFamily="34" charset="0"/>
              </a:rPr>
              <a:t>Pooja </a:t>
            </a:r>
            <a:r>
              <a:rPr lang="en-IN" dirty="0">
                <a:solidFill>
                  <a:schemeClr val="bg1"/>
                </a:solidFill>
                <a:latin typeface="Quattrocento Sans" panose="020B0502050000020003" pitchFamily="34" charset="0"/>
              </a:rPr>
              <a:t>Shreni</a:t>
            </a:r>
            <a:endParaRPr lang="en-US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492469" y="6601317"/>
            <a:ext cx="163494" cy="130795"/>
          </a:xfrm>
          <a:custGeom>
            <a:avLst/>
            <a:gdLst/>
            <a:ahLst/>
            <a:cxnLst/>
            <a:rect l="l" t="t" r="r" b="b"/>
            <a:pathLst>
              <a:path w="163494" h="130795">
                <a:moveTo>
                  <a:pt x="46085" y="51858"/>
                </a:moveTo>
                <a:cubicBezTo>
                  <a:pt x="45906" y="57632"/>
                  <a:pt x="48793" y="60212"/>
                  <a:pt x="48869" y="61821"/>
                </a:cubicBezTo>
                <a:cubicBezTo>
                  <a:pt x="48844" y="62153"/>
                  <a:pt x="48716" y="62460"/>
                  <a:pt x="48537" y="62741"/>
                </a:cubicBezTo>
                <a:cubicBezTo>
                  <a:pt x="48359" y="63022"/>
                  <a:pt x="48103" y="63252"/>
                  <a:pt x="47822" y="63405"/>
                </a:cubicBezTo>
                <a:lnTo>
                  <a:pt x="44552" y="65704"/>
                </a:lnTo>
                <a:cubicBezTo>
                  <a:pt x="44118" y="66011"/>
                  <a:pt x="43633" y="66164"/>
                  <a:pt x="43122" y="66190"/>
                </a:cubicBezTo>
                <a:cubicBezTo>
                  <a:pt x="43019" y="66190"/>
                  <a:pt x="41027" y="66649"/>
                  <a:pt x="37885" y="59650"/>
                </a:cubicBezTo>
                <a:cubicBezTo>
                  <a:pt x="35969" y="62051"/>
                  <a:pt x="33542" y="63967"/>
                  <a:pt x="30757" y="65270"/>
                </a:cubicBezTo>
                <a:cubicBezTo>
                  <a:pt x="27973" y="66573"/>
                  <a:pt x="24958" y="67237"/>
                  <a:pt x="21893" y="67186"/>
                </a:cubicBezTo>
                <a:cubicBezTo>
                  <a:pt x="17729" y="67416"/>
                  <a:pt x="6463" y="64836"/>
                  <a:pt x="7051" y="52829"/>
                </a:cubicBezTo>
                <a:cubicBezTo>
                  <a:pt x="6642" y="43045"/>
                  <a:pt x="15762" y="36965"/>
                  <a:pt x="25163" y="37501"/>
                </a:cubicBezTo>
                <a:cubicBezTo>
                  <a:pt x="26977" y="37501"/>
                  <a:pt x="30681" y="37604"/>
                  <a:pt x="37169" y="39111"/>
                </a:cubicBezTo>
                <a:lnTo>
                  <a:pt x="37169" y="35126"/>
                </a:lnTo>
                <a:cubicBezTo>
                  <a:pt x="37859" y="28356"/>
                  <a:pt x="33414" y="23119"/>
                  <a:pt x="25725" y="23911"/>
                </a:cubicBezTo>
                <a:cubicBezTo>
                  <a:pt x="25112" y="23911"/>
                  <a:pt x="20769" y="23783"/>
                  <a:pt x="14025" y="26491"/>
                </a:cubicBezTo>
                <a:cubicBezTo>
                  <a:pt x="12134" y="27360"/>
                  <a:pt x="11904" y="27206"/>
                  <a:pt x="11266" y="27206"/>
                </a:cubicBezTo>
                <a:cubicBezTo>
                  <a:pt x="9375" y="27206"/>
                  <a:pt x="10142" y="21714"/>
                  <a:pt x="10525" y="21024"/>
                </a:cubicBezTo>
                <a:cubicBezTo>
                  <a:pt x="11853" y="19389"/>
                  <a:pt x="19696" y="16324"/>
                  <a:pt x="27360" y="16375"/>
                </a:cubicBezTo>
                <a:cubicBezTo>
                  <a:pt x="32494" y="15915"/>
                  <a:pt x="37604" y="17499"/>
                  <a:pt x="41589" y="20794"/>
                </a:cubicBezTo>
                <a:cubicBezTo>
                  <a:pt x="43198" y="22608"/>
                  <a:pt x="44450" y="24729"/>
                  <a:pt x="45216" y="27028"/>
                </a:cubicBezTo>
                <a:cubicBezTo>
                  <a:pt x="45983" y="29327"/>
                  <a:pt x="46289" y="31754"/>
                  <a:pt x="46110" y="34181"/>
                </a:cubicBezTo>
                <a:lnTo>
                  <a:pt x="46110" y="51884"/>
                </a:lnTo>
                <a:close/>
                <a:moveTo>
                  <a:pt x="24013" y="60135"/>
                </a:moveTo>
                <a:cubicBezTo>
                  <a:pt x="32290" y="60008"/>
                  <a:pt x="35815" y="55026"/>
                  <a:pt x="36607" y="52344"/>
                </a:cubicBezTo>
                <a:cubicBezTo>
                  <a:pt x="37246" y="49764"/>
                  <a:pt x="37144" y="48154"/>
                  <a:pt x="37144" y="45344"/>
                </a:cubicBezTo>
                <a:cubicBezTo>
                  <a:pt x="34666" y="44757"/>
                  <a:pt x="31115" y="44092"/>
                  <a:pt x="27028" y="44092"/>
                </a:cubicBezTo>
                <a:cubicBezTo>
                  <a:pt x="23145" y="43811"/>
                  <a:pt x="16094" y="45523"/>
                  <a:pt x="16375" y="52344"/>
                </a:cubicBezTo>
                <a:cubicBezTo>
                  <a:pt x="16068" y="56635"/>
                  <a:pt x="19211" y="60365"/>
                  <a:pt x="24039" y="60135"/>
                </a:cubicBezTo>
                <a:close/>
                <a:moveTo>
                  <a:pt x="67671" y="66036"/>
                </a:moveTo>
                <a:cubicBezTo>
                  <a:pt x="65653" y="66215"/>
                  <a:pt x="64734" y="64785"/>
                  <a:pt x="64427" y="63380"/>
                </a:cubicBezTo>
                <a:lnTo>
                  <a:pt x="51705" y="21305"/>
                </a:lnTo>
                <a:cubicBezTo>
                  <a:pt x="51450" y="20590"/>
                  <a:pt x="51296" y="19875"/>
                  <a:pt x="51220" y="19108"/>
                </a:cubicBezTo>
                <a:cubicBezTo>
                  <a:pt x="51169" y="18802"/>
                  <a:pt x="51245" y="18495"/>
                  <a:pt x="51424" y="18240"/>
                </a:cubicBezTo>
                <a:cubicBezTo>
                  <a:pt x="51603" y="17984"/>
                  <a:pt x="51884" y="17831"/>
                  <a:pt x="52190" y="17780"/>
                </a:cubicBezTo>
                <a:cubicBezTo>
                  <a:pt x="52242" y="17780"/>
                  <a:pt x="51654" y="17780"/>
                  <a:pt x="57862" y="17780"/>
                </a:cubicBezTo>
                <a:cubicBezTo>
                  <a:pt x="60110" y="17550"/>
                  <a:pt x="60825" y="19313"/>
                  <a:pt x="61080" y="20437"/>
                </a:cubicBezTo>
                <a:lnTo>
                  <a:pt x="70226" y="56406"/>
                </a:lnTo>
                <a:lnTo>
                  <a:pt x="78707" y="20437"/>
                </a:lnTo>
                <a:cubicBezTo>
                  <a:pt x="78835" y="19619"/>
                  <a:pt x="79448" y="17601"/>
                  <a:pt x="81977" y="17831"/>
                </a:cubicBezTo>
                <a:lnTo>
                  <a:pt x="86371" y="17831"/>
                </a:lnTo>
                <a:cubicBezTo>
                  <a:pt x="86933" y="17780"/>
                  <a:pt x="89207" y="17703"/>
                  <a:pt x="89615" y="20488"/>
                </a:cubicBezTo>
                <a:lnTo>
                  <a:pt x="98122" y="56891"/>
                </a:lnTo>
                <a:lnTo>
                  <a:pt x="107549" y="20462"/>
                </a:lnTo>
                <a:cubicBezTo>
                  <a:pt x="107676" y="19900"/>
                  <a:pt x="108238" y="17550"/>
                  <a:pt x="110793" y="17806"/>
                </a:cubicBezTo>
                <a:lnTo>
                  <a:pt x="115825" y="17806"/>
                </a:lnTo>
                <a:cubicBezTo>
                  <a:pt x="116055" y="17780"/>
                  <a:pt x="117409" y="17601"/>
                  <a:pt x="117179" y="20002"/>
                </a:cubicBezTo>
                <a:cubicBezTo>
                  <a:pt x="117077" y="20462"/>
                  <a:pt x="118048" y="17269"/>
                  <a:pt x="103691" y="63405"/>
                </a:cubicBezTo>
                <a:cubicBezTo>
                  <a:pt x="103410" y="64810"/>
                  <a:pt x="102465" y="66241"/>
                  <a:pt x="100447" y="66062"/>
                </a:cubicBezTo>
                <a:lnTo>
                  <a:pt x="95670" y="66062"/>
                </a:lnTo>
                <a:cubicBezTo>
                  <a:pt x="92885" y="66368"/>
                  <a:pt x="92476" y="63584"/>
                  <a:pt x="92425" y="63328"/>
                </a:cubicBezTo>
                <a:lnTo>
                  <a:pt x="83944" y="28305"/>
                </a:lnTo>
                <a:lnTo>
                  <a:pt x="75565" y="63303"/>
                </a:lnTo>
                <a:cubicBezTo>
                  <a:pt x="75514" y="63584"/>
                  <a:pt x="75131" y="66343"/>
                  <a:pt x="72321" y="66036"/>
                </a:cubicBezTo>
                <a:lnTo>
                  <a:pt x="67646" y="66036"/>
                </a:lnTo>
                <a:lnTo>
                  <a:pt x="67646" y="66036"/>
                </a:lnTo>
                <a:close/>
                <a:moveTo>
                  <a:pt x="137540" y="67467"/>
                </a:moveTo>
                <a:cubicBezTo>
                  <a:pt x="136032" y="67467"/>
                  <a:pt x="128879" y="67390"/>
                  <a:pt x="122876" y="64325"/>
                </a:cubicBezTo>
                <a:cubicBezTo>
                  <a:pt x="122289" y="64069"/>
                  <a:pt x="121778" y="63661"/>
                  <a:pt x="121420" y="63099"/>
                </a:cubicBezTo>
                <a:cubicBezTo>
                  <a:pt x="121062" y="62537"/>
                  <a:pt x="120884" y="61923"/>
                  <a:pt x="120884" y="61285"/>
                </a:cubicBezTo>
                <a:lnTo>
                  <a:pt x="120884" y="58551"/>
                </a:lnTo>
                <a:cubicBezTo>
                  <a:pt x="120884" y="56380"/>
                  <a:pt x="122467" y="56789"/>
                  <a:pt x="123132" y="57044"/>
                </a:cubicBezTo>
                <a:cubicBezTo>
                  <a:pt x="125686" y="58092"/>
                  <a:pt x="127347" y="58858"/>
                  <a:pt x="130489" y="59497"/>
                </a:cubicBezTo>
                <a:cubicBezTo>
                  <a:pt x="139864" y="61413"/>
                  <a:pt x="143977" y="58909"/>
                  <a:pt x="144973" y="58347"/>
                </a:cubicBezTo>
                <a:cubicBezTo>
                  <a:pt x="148345" y="56354"/>
                  <a:pt x="148601" y="51782"/>
                  <a:pt x="146327" y="49431"/>
                </a:cubicBezTo>
                <a:cubicBezTo>
                  <a:pt x="143645" y="47183"/>
                  <a:pt x="142368" y="47107"/>
                  <a:pt x="132762" y="44067"/>
                </a:cubicBezTo>
                <a:cubicBezTo>
                  <a:pt x="131587" y="43735"/>
                  <a:pt x="121599" y="40593"/>
                  <a:pt x="121573" y="30681"/>
                </a:cubicBezTo>
                <a:cubicBezTo>
                  <a:pt x="121420" y="23477"/>
                  <a:pt x="127960" y="16324"/>
                  <a:pt x="139328" y="16375"/>
                </a:cubicBezTo>
                <a:cubicBezTo>
                  <a:pt x="142572" y="16375"/>
                  <a:pt x="151181" y="17422"/>
                  <a:pt x="153531" y="20360"/>
                </a:cubicBezTo>
                <a:cubicBezTo>
                  <a:pt x="153889" y="20897"/>
                  <a:pt x="154042" y="21535"/>
                  <a:pt x="154017" y="22148"/>
                </a:cubicBezTo>
                <a:lnTo>
                  <a:pt x="154017" y="24729"/>
                </a:lnTo>
                <a:cubicBezTo>
                  <a:pt x="154017" y="25853"/>
                  <a:pt x="153608" y="26440"/>
                  <a:pt x="152765" y="26440"/>
                </a:cubicBezTo>
                <a:cubicBezTo>
                  <a:pt x="150798" y="26210"/>
                  <a:pt x="147298" y="23579"/>
                  <a:pt x="140196" y="23681"/>
                </a:cubicBezTo>
                <a:cubicBezTo>
                  <a:pt x="138434" y="23579"/>
                  <a:pt x="130003" y="23911"/>
                  <a:pt x="130387" y="30068"/>
                </a:cubicBezTo>
                <a:cubicBezTo>
                  <a:pt x="130284" y="34921"/>
                  <a:pt x="137182" y="36735"/>
                  <a:pt x="137974" y="36939"/>
                </a:cubicBezTo>
                <a:cubicBezTo>
                  <a:pt x="147298" y="39750"/>
                  <a:pt x="150389" y="40209"/>
                  <a:pt x="154093" y="44501"/>
                </a:cubicBezTo>
                <a:cubicBezTo>
                  <a:pt x="158462" y="50172"/>
                  <a:pt x="156111" y="56840"/>
                  <a:pt x="155192" y="58654"/>
                </a:cubicBezTo>
                <a:cubicBezTo>
                  <a:pt x="150313" y="68233"/>
                  <a:pt x="137718" y="67441"/>
                  <a:pt x="137488" y="67441"/>
                </a:cubicBezTo>
                <a:close/>
                <a:moveTo>
                  <a:pt x="147809" y="94265"/>
                </a:moveTo>
                <a:cubicBezTo>
                  <a:pt x="129927" y="107472"/>
                  <a:pt x="103947" y="114497"/>
                  <a:pt x="81773" y="114497"/>
                </a:cubicBezTo>
                <a:cubicBezTo>
                  <a:pt x="51858" y="114701"/>
                  <a:pt x="22940" y="103691"/>
                  <a:pt x="715" y="83663"/>
                </a:cubicBezTo>
                <a:cubicBezTo>
                  <a:pt x="-945" y="82156"/>
                  <a:pt x="511" y="80087"/>
                  <a:pt x="2555" y="81236"/>
                </a:cubicBezTo>
                <a:cubicBezTo>
                  <a:pt x="27206" y="95338"/>
                  <a:pt x="55103" y="102746"/>
                  <a:pt x="83510" y="102720"/>
                </a:cubicBezTo>
                <a:cubicBezTo>
                  <a:pt x="104713" y="102618"/>
                  <a:pt x="125686" y="98301"/>
                  <a:pt x="145229" y="90075"/>
                </a:cubicBezTo>
                <a:cubicBezTo>
                  <a:pt x="148243" y="88798"/>
                  <a:pt x="150798" y="92068"/>
                  <a:pt x="147809" y="94265"/>
                </a:cubicBezTo>
                <a:close/>
                <a:moveTo>
                  <a:pt x="155268" y="85758"/>
                </a:moveTo>
                <a:cubicBezTo>
                  <a:pt x="152969" y="82820"/>
                  <a:pt x="140120" y="84378"/>
                  <a:pt x="134372" y="85068"/>
                </a:cubicBezTo>
                <a:cubicBezTo>
                  <a:pt x="132635" y="85272"/>
                  <a:pt x="132354" y="83765"/>
                  <a:pt x="133912" y="82641"/>
                </a:cubicBezTo>
                <a:cubicBezTo>
                  <a:pt x="144156" y="75437"/>
                  <a:pt x="160965" y="77506"/>
                  <a:pt x="162881" y="79933"/>
                </a:cubicBezTo>
                <a:cubicBezTo>
                  <a:pt x="164797" y="82360"/>
                  <a:pt x="162345" y="99195"/>
                  <a:pt x="152765" y="107242"/>
                </a:cubicBezTo>
                <a:cubicBezTo>
                  <a:pt x="151283" y="108494"/>
                  <a:pt x="149878" y="107830"/>
                  <a:pt x="150542" y="106195"/>
                </a:cubicBezTo>
                <a:cubicBezTo>
                  <a:pt x="152688" y="100753"/>
                  <a:pt x="157542" y="88696"/>
                  <a:pt x="155243" y="85758"/>
                </a:cubicBez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728368" y="6573289"/>
            <a:ext cx="1279926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AWS Cloud Solutions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2180080" y="6601317"/>
            <a:ext cx="147145" cy="130795"/>
          </a:xfrm>
          <a:custGeom>
            <a:avLst/>
            <a:gdLst/>
            <a:ahLst/>
            <a:cxnLst/>
            <a:rect l="l" t="t" r="r" b="b"/>
            <a:pathLst>
              <a:path w="147145" h="130795">
                <a:moveTo>
                  <a:pt x="12262" y="50019"/>
                </a:moveTo>
                <a:lnTo>
                  <a:pt x="65704" y="72014"/>
                </a:lnTo>
                <a:cubicBezTo>
                  <a:pt x="68208" y="73036"/>
                  <a:pt x="70865" y="73572"/>
                  <a:pt x="73572" y="73572"/>
                </a:cubicBezTo>
                <a:cubicBezTo>
                  <a:pt x="76280" y="73572"/>
                  <a:pt x="78937" y="73036"/>
                  <a:pt x="81441" y="72014"/>
                </a:cubicBezTo>
                <a:lnTo>
                  <a:pt x="143364" y="46519"/>
                </a:lnTo>
                <a:cubicBezTo>
                  <a:pt x="145663" y="45574"/>
                  <a:pt x="147145" y="43352"/>
                  <a:pt x="147145" y="40874"/>
                </a:cubicBezTo>
                <a:cubicBezTo>
                  <a:pt x="147145" y="38396"/>
                  <a:pt x="145663" y="36173"/>
                  <a:pt x="143364" y="35228"/>
                </a:cubicBezTo>
                <a:lnTo>
                  <a:pt x="81441" y="9733"/>
                </a:lnTo>
                <a:cubicBezTo>
                  <a:pt x="78937" y="8711"/>
                  <a:pt x="76280" y="8175"/>
                  <a:pt x="73572" y="8175"/>
                </a:cubicBezTo>
                <a:cubicBezTo>
                  <a:pt x="70865" y="8175"/>
                  <a:pt x="68208" y="8711"/>
                  <a:pt x="65704" y="9733"/>
                </a:cubicBezTo>
                <a:lnTo>
                  <a:pt x="3781" y="35228"/>
                </a:lnTo>
                <a:cubicBezTo>
                  <a:pt x="1482" y="36173"/>
                  <a:pt x="0" y="38396"/>
                  <a:pt x="0" y="40874"/>
                </a:cubicBezTo>
                <a:lnTo>
                  <a:pt x="0" y="116490"/>
                </a:lnTo>
                <a:cubicBezTo>
                  <a:pt x="0" y="119887"/>
                  <a:pt x="2733" y="122621"/>
                  <a:pt x="6131" y="122621"/>
                </a:cubicBezTo>
                <a:cubicBezTo>
                  <a:pt x="9529" y="122621"/>
                  <a:pt x="12262" y="119887"/>
                  <a:pt x="12262" y="116490"/>
                </a:cubicBezTo>
                <a:lnTo>
                  <a:pt x="12262" y="50019"/>
                </a:lnTo>
                <a:close/>
                <a:moveTo>
                  <a:pt x="24524" y="68335"/>
                </a:moveTo>
                <a:lnTo>
                  <a:pt x="24524" y="98097"/>
                </a:lnTo>
                <a:cubicBezTo>
                  <a:pt x="24524" y="111636"/>
                  <a:pt x="46494" y="122621"/>
                  <a:pt x="73572" y="122621"/>
                </a:cubicBezTo>
                <a:cubicBezTo>
                  <a:pt x="100651" y="122621"/>
                  <a:pt x="122621" y="111636"/>
                  <a:pt x="122621" y="98097"/>
                </a:cubicBezTo>
                <a:lnTo>
                  <a:pt x="122621" y="68310"/>
                </a:lnTo>
                <a:lnTo>
                  <a:pt x="86115" y="83357"/>
                </a:lnTo>
                <a:cubicBezTo>
                  <a:pt x="82130" y="84991"/>
                  <a:pt x="77890" y="85834"/>
                  <a:pt x="73572" y="85834"/>
                </a:cubicBezTo>
                <a:cubicBezTo>
                  <a:pt x="69255" y="85834"/>
                  <a:pt x="65015" y="84991"/>
                  <a:pt x="61029" y="83357"/>
                </a:cubicBezTo>
                <a:lnTo>
                  <a:pt x="24524" y="68310"/>
                </a:lnTo>
                <a:close/>
              </a:path>
            </a:pathLst>
          </a:custGeom>
          <a:solidFill>
            <a:srgbClr val="C8A265"/>
          </a:solidFill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2407804" y="6573289"/>
            <a:ext cx="1083733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788A9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MSc AI &amp; Big Data</a:t>
            </a:r>
            <a:endParaRPr lang="en-US" sz="1600" dirty="0"/>
          </a:p>
        </p:txBody>
      </p:sp>
      <p:sp>
        <p:nvSpPr>
          <p:cNvPr id="12" name="Text 17"/>
          <p:cNvSpPr/>
          <p:nvPr/>
        </p:nvSpPr>
        <p:spPr>
          <a:xfrm>
            <a:off x="36946" y="6611793"/>
            <a:ext cx="23563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Liter" panose="02000503030000020004" charset="0"/>
              </a:rPr>
              <a:t>17</a:t>
            </a:r>
            <a:endParaRPr lang="en-US" sz="1600" dirty="0">
              <a:solidFill>
                <a:schemeClr val="bg1"/>
              </a:solidFill>
              <a:latin typeface="Liter" panose="02000503030000020004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3009</Words>
  <Application>Microsoft Office PowerPoint</Application>
  <PresentationFormat>Widescreen</PresentationFormat>
  <Paragraphs>628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MiSans</vt:lpstr>
      <vt:lpstr>Hedvig Letters Sans</vt:lpstr>
      <vt:lpstr>Liter</vt:lpstr>
      <vt:lpstr>Arial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Telegram Bot with Groq AI Integration</dc:title>
  <dc:subject>AWS Telegram Bot with Groq AI Integration</dc:subject>
  <dc:creator>Kimi</dc:creator>
  <cp:lastModifiedBy>Garima Agrawal</cp:lastModifiedBy>
  <cp:revision>148</cp:revision>
  <dcterms:created xsi:type="dcterms:W3CDTF">2026-02-08T00:00:00Z</dcterms:created>
  <dcterms:modified xsi:type="dcterms:W3CDTF">2026-02-09T17:32:12Z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{"Label":"AWS Telegram Bot with Groq AI Integration","ContentProducer":"001191110108MACG2KBH8F10000","ProduceID":"19c3a782-d7b2-8fd1-8000-000088022bd0","ReservedCode1":"","ContentPropagator":"001191110108MACG2KBH8F20000","PropagateID":"19c3a782-d7b2-8fd1-8000-000088022bd0","ReservedCode2":""}</vt:lpwstr>
  </property>
  <property fmtid="{D5CDD505-2E9C-101B-9397-08002B2CF9AE}" pid="3" name="ICV">
    <vt:lpwstr>D44E9041C3E744CFAD5EBC3C7E0B3951_12</vt:lpwstr>
  </property>
  <property fmtid="{D5CDD505-2E9C-101B-9397-08002B2CF9AE}" pid="4" name="KSOProductBuildVer">
    <vt:lpwstr>1033-12.2.0.23196</vt:lpwstr>
  </property>
</Properties>
</file>